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7A585ED-75AE-4EA9-83A2-E573505AB745}" v="15" dt="2026-09-15T18:02:36.61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>
      <p:cViewPr>
        <p:scale>
          <a:sx n="75" d="100"/>
          <a:sy n="75" d="100"/>
        </p:scale>
        <p:origin x="1134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custSel addSld modSld">
      <pc:chgData name="Murillo Álvaro Borges de Sousa" userId="02386067-c46f-46e6-bf61-8f6a774af0e5" providerId="ADAL" clId="{73C3FE35-BF7E-418C-A7F8-FA0AB4F63A6B}" dt="2026-09-15T18:02:48.197" v="273" actId="1076"/>
      <pc:docMkLst>
        <pc:docMk/>
      </pc:docMkLst>
      <pc:sldChg chg="addSp delSp modSp new mod">
        <pc:chgData name="Murillo Álvaro Borges de Sousa" userId="02386067-c46f-46e6-bf61-8f6a774af0e5" providerId="ADAL" clId="{73C3FE35-BF7E-418C-A7F8-FA0AB4F63A6B}" dt="2026-09-15T12:03:11.757" v="77" actId="166"/>
        <pc:sldMkLst>
          <pc:docMk/>
          <pc:sldMk cId="2634151844" sldId="259"/>
        </pc:sldMkLst>
        <pc:spChg chg="add del mod topLvl">
          <ac:chgData name="Murillo Álvaro Borges de Sousa" userId="02386067-c46f-46e6-bf61-8f6a774af0e5" providerId="ADAL" clId="{73C3FE35-BF7E-418C-A7F8-FA0AB4F63A6B}" dt="2026-09-15T12:02:34.918" v="74" actId="164"/>
          <ac:spMkLst>
            <pc:docMk/>
            <pc:sldMk cId="2634151844" sldId="259"/>
            <ac:spMk id="6" creationId="{3F878856-0318-E211-330C-FC9E20FB7118}"/>
          </ac:spMkLst>
        </pc:spChg>
        <pc:spChg chg="add mod">
          <ac:chgData name="Murillo Álvaro Borges de Sousa" userId="02386067-c46f-46e6-bf61-8f6a774af0e5" providerId="ADAL" clId="{73C3FE35-BF7E-418C-A7F8-FA0AB4F63A6B}" dt="2026-09-15T12:02:04.086" v="67" actId="1076"/>
          <ac:spMkLst>
            <pc:docMk/>
            <pc:sldMk cId="2634151844" sldId="259"/>
            <ac:spMk id="7" creationId="{B32ED82E-346A-C785-371C-5EE676533CE5}"/>
          </ac:spMkLst>
        </pc:spChg>
        <pc:spChg chg="add del mod">
          <ac:chgData name="Murillo Álvaro Borges de Sousa" userId="02386067-c46f-46e6-bf61-8f6a774af0e5" providerId="ADAL" clId="{73C3FE35-BF7E-418C-A7F8-FA0AB4F63A6B}" dt="2026-09-15T12:00:58.503" v="23" actId="478"/>
          <ac:spMkLst>
            <pc:docMk/>
            <pc:sldMk cId="2634151844" sldId="259"/>
            <ac:spMk id="8" creationId="{3E9C395A-AADD-414A-6966-C390EA12D52B}"/>
          </ac:spMkLst>
        </pc:spChg>
        <pc:spChg chg="add mod ord">
          <ac:chgData name="Murillo Álvaro Borges de Sousa" userId="02386067-c46f-46e6-bf61-8f6a774af0e5" providerId="ADAL" clId="{73C3FE35-BF7E-418C-A7F8-FA0AB4F63A6B}" dt="2026-09-15T12:03:05.132" v="76" actId="166"/>
          <ac:spMkLst>
            <pc:docMk/>
            <pc:sldMk cId="2634151844" sldId="259"/>
            <ac:spMk id="9" creationId="{0609253A-6624-350E-863C-638200CCE54A}"/>
          </ac:spMkLst>
        </pc:spChg>
        <pc:spChg chg="add mod">
          <ac:chgData name="Murillo Álvaro Borges de Sousa" userId="02386067-c46f-46e6-bf61-8f6a774af0e5" providerId="ADAL" clId="{73C3FE35-BF7E-418C-A7F8-FA0AB4F63A6B}" dt="2026-09-15T12:02:34.918" v="74" actId="164"/>
          <ac:spMkLst>
            <pc:docMk/>
            <pc:sldMk cId="2634151844" sldId="259"/>
            <ac:spMk id="22" creationId="{BC220756-21B1-27F6-C5D1-868B6CC599D8}"/>
          </ac:spMkLst>
        </pc:spChg>
        <pc:grpChg chg="add del mod">
          <ac:chgData name="Murillo Álvaro Borges de Sousa" userId="02386067-c46f-46e6-bf61-8f6a774af0e5" providerId="ADAL" clId="{73C3FE35-BF7E-418C-A7F8-FA0AB4F63A6B}" dt="2026-09-15T12:00:00.407" v="4" actId="165"/>
          <ac:grpSpMkLst>
            <pc:docMk/>
            <pc:sldMk cId="2634151844" sldId="259"/>
            <ac:grpSpMk id="3" creationId="{EED75BF6-F386-A188-CEE1-CE098670469E}"/>
          </ac:grpSpMkLst>
        </pc:grpChg>
        <pc:grpChg chg="add del mod">
          <ac:chgData name="Murillo Álvaro Borges de Sousa" userId="02386067-c46f-46e6-bf61-8f6a774af0e5" providerId="ADAL" clId="{73C3FE35-BF7E-418C-A7F8-FA0AB4F63A6B}" dt="2026-09-15T12:01:37.732" v="61" actId="165"/>
          <ac:grpSpMkLst>
            <pc:docMk/>
            <pc:sldMk cId="2634151844" sldId="259"/>
            <ac:grpSpMk id="13" creationId="{2551FF18-758F-E671-F5B4-2F9E89C00282}"/>
          </ac:grpSpMkLst>
        </pc:grpChg>
        <pc:grpChg chg="add mod">
          <ac:chgData name="Murillo Álvaro Borges de Sousa" userId="02386067-c46f-46e6-bf61-8f6a774af0e5" providerId="ADAL" clId="{73C3FE35-BF7E-418C-A7F8-FA0AB4F63A6B}" dt="2026-09-15T12:02:34.918" v="74" actId="164"/>
          <ac:grpSpMkLst>
            <pc:docMk/>
            <pc:sldMk cId="2634151844" sldId="259"/>
            <ac:grpSpMk id="23" creationId="{DA05A291-6B3C-8F9B-79CD-63B20762D376}"/>
          </ac:grpSpMkLst>
        </pc:grpChg>
        <pc:picChg chg="add mod">
          <ac:chgData name="Murillo Álvaro Borges de Sousa" userId="02386067-c46f-46e6-bf61-8f6a774af0e5" providerId="ADAL" clId="{73C3FE35-BF7E-418C-A7F8-FA0AB4F63A6B}" dt="2026-09-15T11:59:51.016" v="1"/>
          <ac:picMkLst>
            <pc:docMk/>
            <pc:sldMk cId="2634151844" sldId="259"/>
            <ac:picMk id="2" creationId="{B522AC48-FC9B-9B42-371A-CB88295C1815}"/>
          </ac:picMkLst>
        </pc:picChg>
        <pc:picChg chg="mod topLvl modCrop">
          <ac:chgData name="Murillo Álvaro Borges de Sousa" userId="02386067-c46f-46e6-bf61-8f6a774af0e5" providerId="ADAL" clId="{73C3FE35-BF7E-418C-A7F8-FA0AB4F63A6B}" dt="2026-09-15T12:02:34.918" v="74" actId="164"/>
          <ac:picMkLst>
            <pc:docMk/>
            <pc:sldMk cId="2634151844" sldId="259"/>
            <ac:picMk id="4" creationId="{6CE7E46D-E5A4-D2C2-578B-B38AF44400C6}"/>
          </ac:picMkLst>
        </pc:picChg>
        <pc:picChg chg="del mod topLvl">
          <ac:chgData name="Murillo Álvaro Borges de Sousa" userId="02386067-c46f-46e6-bf61-8f6a774af0e5" providerId="ADAL" clId="{73C3FE35-BF7E-418C-A7F8-FA0AB4F63A6B}" dt="2026-09-15T12:00:02.181" v="5" actId="478"/>
          <ac:picMkLst>
            <pc:docMk/>
            <pc:sldMk cId="2634151844" sldId="259"/>
            <ac:picMk id="5" creationId="{A4BBE1BD-73DE-67A3-A6CE-72818C3E8BF3}"/>
          </ac:picMkLst>
        </pc:picChg>
        <pc:picChg chg="add del">
          <ac:chgData name="Murillo Álvaro Borges de Sousa" userId="02386067-c46f-46e6-bf61-8f6a774af0e5" providerId="ADAL" clId="{73C3FE35-BF7E-418C-A7F8-FA0AB4F63A6B}" dt="2026-09-15T12:01:34.392" v="60" actId="478"/>
          <ac:picMkLst>
            <pc:docMk/>
            <pc:sldMk cId="2634151844" sldId="259"/>
            <ac:picMk id="18" creationId="{D38D7DB9-645E-8401-8ACC-5CDD7A96681D}"/>
          </ac:picMkLst>
        </pc:picChg>
        <pc:cxnChg chg="add mod ord">
          <ac:chgData name="Murillo Álvaro Borges de Sousa" userId="02386067-c46f-46e6-bf61-8f6a774af0e5" providerId="ADAL" clId="{73C3FE35-BF7E-418C-A7F8-FA0AB4F63A6B}" dt="2026-09-15T12:03:11.757" v="77" actId="166"/>
          <ac:cxnSpMkLst>
            <pc:docMk/>
            <pc:sldMk cId="2634151844" sldId="259"/>
            <ac:cxnSpMk id="10" creationId="{3506B7F5-D83C-A575-7F3F-EBF00BB32A58}"/>
          </ac:cxnSpMkLst>
        </pc:cxnChg>
        <pc:cxnChg chg="del mod">
          <ac:chgData name="Murillo Álvaro Borges de Sousa" userId="02386067-c46f-46e6-bf61-8f6a774af0e5" providerId="ADAL" clId="{73C3FE35-BF7E-418C-A7F8-FA0AB4F63A6B}" dt="2026-09-15T12:00:59.734" v="24" actId="478"/>
          <ac:cxnSpMkLst>
            <pc:docMk/>
            <pc:sldMk cId="2634151844" sldId="259"/>
            <ac:cxnSpMk id="11" creationId="{9F1AB66C-8A40-803D-3B11-E344103D308D}"/>
          </ac:cxnSpMkLst>
        </pc:cxnChg>
        <pc:cxnChg chg="add mod ord">
          <ac:chgData name="Murillo Álvaro Borges de Sousa" userId="02386067-c46f-46e6-bf61-8f6a774af0e5" providerId="ADAL" clId="{73C3FE35-BF7E-418C-A7F8-FA0AB4F63A6B}" dt="2026-09-15T12:03:05.132" v="76" actId="166"/>
          <ac:cxnSpMkLst>
            <pc:docMk/>
            <pc:sldMk cId="2634151844" sldId="259"/>
            <ac:cxnSpMk id="12" creationId="{1B1E8AB6-143D-CADE-2D9B-0C6BF8961FDA}"/>
          </ac:cxnSpMkLst>
        </pc:cxnChg>
      </pc:sldChg>
      <pc:sldChg chg="addSp delSp modSp new mod">
        <pc:chgData name="Murillo Álvaro Borges de Sousa" userId="02386067-c46f-46e6-bf61-8f6a774af0e5" providerId="ADAL" clId="{73C3FE35-BF7E-418C-A7F8-FA0AB4F63A6B}" dt="2026-09-15T18:02:48.197" v="273" actId="1076"/>
        <pc:sldMkLst>
          <pc:docMk/>
          <pc:sldMk cId="3108575704" sldId="260"/>
        </pc:sldMkLst>
        <pc:spChg chg="add mod topLvl">
          <ac:chgData name="Murillo Álvaro Borges de Sousa" userId="02386067-c46f-46e6-bf61-8f6a774af0e5" providerId="ADAL" clId="{73C3FE35-BF7E-418C-A7F8-FA0AB4F63A6B}" dt="2026-09-15T18:01:49.810" v="236" actId="164"/>
          <ac:spMkLst>
            <pc:docMk/>
            <pc:sldMk cId="3108575704" sldId="260"/>
            <ac:spMk id="2" creationId="{C950D944-929E-824B-7FC4-FC471C48B442}"/>
          </ac:spMkLst>
        </pc:spChg>
        <pc:spChg chg="add mod">
          <ac:chgData name="Murillo Álvaro Borges de Sousa" userId="02386067-c46f-46e6-bf61-8f6a774af0e5" providerId="ADAL" clId="{73C3FE35-BF7E-418C-A7F8-FA0AB4F63A6B}" dt="2026-09-15T18:01:49.810" v="236" actId="164"/>
          <ac:spMkLst>
            <pc:docMk/>
            <pc:sldMk cId="3108575704" sldId="260"/>
            <ac:spMk id="19" creationId="{BCFBD897-9899-CD3D-40DC-C7165775515C}"/>
          </ac:spMkLst>
        </pc:spChg>
        <pc:spChg chg="add mod">
          <ac:chgData name="Murillo Álvaro Borges de Sousa" userId="02386067-c46f-46e6-bf61-8f6a774af0e5" providerId="ADAL" clId="{73C3FE35-BF7E-418C-A7F8-FA0AB4F63A6B}" dt="2026-09-15T18:01:49.810" v="236" actId="164"/>
          <ac:spMkLst>
            <pc:docMk/>
            <pc:sldMk cId="3108575704" sldId="260"/>
            <ac:spMk id="21" creationId="{C4DD3EB7-ACE9-69B6-A777-C4BC7E8F0FD6}"/>
          </ac:spMkLst>
        </pc:spChg>
        <pc:spChg chg="add mod">
          <ac:chgData name="Murillo Álvaro Borges de Sousa" userId="02386067-c46f-46e6-bf61-8f6a774af0e5" providerId="ADAL" clId="{73C3FE35-BF7E-418C-A7F8-FA0AB4F63A6B}" dt="2026-09-15T18:01:49.810" v="236" actId="164"/>
          <ac:spMkLst>
            <pc:docMk/>
            <pc:sldMk cId="3108575704" sldId="260"/>
            <ac:spMk id="22" creationId="{8A6DD2A2-A4F2-FEE6-24CD-D637ED1E4B5B}"/>
          </ac:spMkLst>
        </pc:spChg>
        <pc:spChg chg="add mod">
          <ac:chgData name="Murillo Álvaro Borges de Sousa" userId="02386067-c46f-46e6-bf61-8f6a774af0e5" providerId="ADAL" clId="{73C3FE35-BF7E-418C-A7F8-FA0AB4F63A6B}" dt="2026-09-15T18:01:49.810" v="236" actId="164"/>
          <ac:spMkLst>
            <pc:docMk/>
            <pc:sldMk cId="3108575704" sldId="260"/>
            <ac:spMk id="24" creationId="{256AFC02-E34F-8E98-A1B1-55F9CD2F1B40}"/>
          </ac:spMkLst>
        </pc:spChg>
        <pc:spChg chg="add mod">
          <ac:chgData name="Murillo Álvaro Borges de Sousa" userId="02386067-c46f-46e6-bf61-8f6a774af0e5" providerId="ADAL" clId="{73C3FE35-BF7E-418C-A7F8-FA0AB4F63A6B}" dt="2026-09-15T18:01:49.810" v="236" actId="164"/>
          <ac:spMkLst>
            <pc:docMk/>
            <pc:sldMk cId="3108575704" sldId="260"/>
            <ac:spMk id="26" creationId="{435E80FB-A5C9-2791-AD16-424E22F128CB}"/>
          </ac:spMkLst>
        </pc:spChg>
        <pc:spChg chg="add mod">
          <ac:chgData name="Murillo Álvaro Borges de Sousa" userId="02386067-c46f-46e6-bf61-8f6a774af0e5" providerId="ADAL" clId="{73C3FE35-BF7E-418C-A7F8-FA0AB4F63A6B}" dt="2026-09-15T18:01:49.810" v="236" actId="164"/>
          <ac:spMkLst>
            <pc:docMk/>
            <pc:sldMk cId="3108575704" sldId="260"/>
            <ac:spMk id="30" creationId="{698E447B-0915-5980-FF02-5B3B4CD07BDD}"/>
          </ac:spMkLst>
        </pc:spChg>
        <pc:spChg chg="add mod">
          <ac:chgData name="Murillo Álvaro Borges de Sousa" userId="02386067-c46f-46e6-bf61-8f6a774af0e5" providerId="ADAL" clId="{73C3FE35-BF7E-418C-A7F8-FA0AB4F63A6B}" dt="2026-09-15T17:57:58.772" v="174" actId="1076"/>
          <ac:spMkLst>
            <pc:docMk/>
            <pc:sldMk cId="3108575704" sldId="260"/>
            <ac:spMk id="31" creationId="{3975B741-9690-5686-94B6-3AC02825BF4D}"/>
          </ac:spMkLst>
        </pc:spChg>
        <pc:spChg chg="add mod">
          <ac:chgData name="Murillo Álvaro Borges de Sousa" userId="02386067-c46f-46e6-bf61-8f6a774af0e5" providerId="ADAL" clId="{73C3FE35-BF7E-418C-A7F8-FA0AB4F63A6B}" dt="2026-09-15T18:01:49.810" v="236" actId="164"/>
          <ac:spMkLst>
            <pc:docMk/>
            <pc:sldMk cId="3108575704" sldId="260"/>
            <ac:spMk id="33" creationId="{AC26CE19-8246-9D2B-EBB7-E1CC42398917}"/>
          </ac:spMkLst>
        </pc:spChg>
        <pc:spChg chg="add mod">
          <ac:chgData name="Murillo Álvaro Borges de Sousa" userId="02386067-c46f-46e6-bf61-8f6a774af0e5" providerId="ADAL" clId="{73C3FE35-BF7E-418C-A7F8-FA0AB4F63A6B}" dt="2026-09-15T17:59:08.753" v="192" actId="164"/>
          <ac:spMkLst>
            <pc:docMk/>
            <pc:sldMk cId="3108575704" sldId="260"/>
            <ac:spMk id="34" creationId="{288A871A-15DD-1A38-AE99-A5479D605138}"/>
          </ac:spMkLst>
        </pc:spChg>
        <pc:spChg chg="add mod">
          <ac:chgData name="Murillo Álvaro Borges de Sousa" userId="02386067-c46f-46e6-bf61-8f6a774af0e5" providerId="ADAL" clId="{73C3FE35-BF7E-418C-A7F8-FA0AB4F63A6B}" dt="2026-09-15T17:59:08.753" v="192" actId="164"/>
          <ac:spMkLst>
            <pc:docMk/>
            <pc:sldMk cId="3108575704" sldId="260"/>
            <ac:spMk id="36" creationId="{5CCA65D7-8860-5DCF-ABAA-EC12B2BA0285}"/>
          </ac:spMkLst>
        </pc:spChg>
        <pc:spChg chg="add mod">
          <ac:chgData name="Murillo Álvaro Borges de Sousa" userId="02386067-c46f-46e6-bf61-8f6a774af0e5" providerId="ADAL" clId="{73C3FE35-BF7E-418C-A7F8-FA0AB4F63A6B}" dt="2026-09-15T18:01:49.810" v="236" actId="164"/>
          <ac:spMkLst>
            <pc:docMk/>
            <pc:sldMk cId="3108575704" sldId="260"/>
            <ac:spMk id="43" creationId="{3BDAFD93-7556-D243-6FBF-09B4ABF6612D}"/>
          </ac:spMkLst>
        </pc:spChg>
        <pc:spChg chg="add mod">
          <ac:chgData name="Murillo Álvaro Borges de Sousa" userId="02386067-c46f-46e6-bf61-8f6a774af0e5" providerId="ADAL" clId="{73C3FE35-BF7E-418C-A7F8-FA0AB4F63A6B}" dt="2026-09-15T18:01:49.810" v="236" actId="164"/>
          <ac:spMkLst>
            <pc:docMk/>
            <pc:sldMk cId="3108575704" sldId="260"/>
            <ac:spMk id="45" creationId="{2B27BE0A-CA2F-E7AE-DB7D-598D52B816F9}"/>
          </ac:spMkLst>
        </pc:spChg>
        <pc:spChg chg="add mod">
          <ac:chgData name="Murillo Álvaro Borges de Sousa" userId="02386067-c46f-46e6-bf61-8f6a774af0e5" providerId="ADAL" clId="{73C3FE35-BF7E-418C-A7F8-FA0AB4F63A6B}" dt="2026-09-15T18:02:48.197" v="273" actId="1076"/>
          <ac:spMkLst>
            <pc:docMk/>
            <pc:sldMk cId="3108575704" sldId="260"/>
            <ac:spMk id="47" creationId="{85DE5701-0E17-4890-79B0-C561CA96DE0A}"/>
          </ac:spMkLst>
        </pc:spChg>
        <pc:grpChg chg="add del mod">
          <ac:chgData name="Murillo Álvaro Borges de Sousa" userId="02386067-c46f-46e6-bf61-8f6a774af0e5" providerId="ADAL" clId="{73C3FE35-BF7E-418C-A7F8-FA0AB4F63A6B}" dt="2026-09-15T17:54:38.219" v="128" actId="478"/>
          <ac:grpSpMkLst>
            <pc:docMk/>
            <pc:sldMk cId="3108575704" sldId="260"/>
            <ac:grpSpMk id="16" creationId="{C101901F-B88D-1C20-6A6E-BBD1CDC3DC29}"/>
          </ac:grpSpMkLst>
        </pc:grpChg>
        <pc:grpChg chg="add mod">
          <ac:chgData name="Murillo Álvaro Borges de Sousa" userId="02386067-c46f-46e6-bf61-8f6a774af0e5" providerId="ADAL" clId="{73C3FE35-BF7E-418C-A7F8-FA0AB4F63A6B}" dt="2026-09-15T17:59:59.464" v="206" actId="1076"/>
          <ac:grpSpMkLst>
            <pc:docMk/>
            <pc:sldMk cId="3108575704" sldId="260"/>
            <ac:grpSpMk id="37" creationId="{2772A90D-4A46-517B-D8E6-14805E396FAE}"/>
          </ac:grpSpMkLst>
        </pc:grpChg>
        <pc:grpChg chg="mod">
          <ac:chgData name="Murillo Álvaro Borges de Sousa" userId="02386067-c46f-46e6-bf61-8f6a774af0e5" providerId="ADAL" clId="{73C3FE35-BF7E-418C-A7F8-FA0AB4F63A6B}" dt="2026-09-15T18:02:25.400" v="237" actId="1076"/>
          <ac:grpSpMkLst>
            <pc:docMk/>
            <pc:sldMk cId="3108575704" sldId="260"/>
            <ac:grpSpMk id="46" creationId="{9D88822A-FB47-392A-2584-C70D8432AC01}"/>
          </ac:grpSpMkLst>
        </pc:grpChg>
        <pc:cxnChg chg="add mod ord">
          <ac:chgData name="Murillo Álvaro Borges de Sousa" userId="02386067-c46f-46e6-bf61-8f6a774af0e5" providerId="ADAL" clId="{73C3FE35-BF7E-418C-A7F8-FA0AB4F63A6B}" dt="2026-09-15T17:54:13.595" v="117" actId="1037"/>
          <ac:cxnSpMkLst>
            <pc:docMk/>
            <pc:sldMk cId="3108575704" sldId="260"/>
            <ac:cxnSpMk id="4" creationId="{F349D16E-80CE-A647-94B4-3CAB3B59A58A}"/>
          </ac:cxnSpMkLst>
        </pc:cxnChg>
        <pc:cxnChg chg="add del mod topLvl">
          <ac:chgData name="Murillo Álvaro Borges de Sousa" userId="02386067-c46f-46e6-bf61-8f6a774af0e5" providerId="ADAL" clId="{73C3FE35-BF7E-418C-A7F8-FA0AB4F63A6B}" dt="2026-09-15T17:54:38.219" v="128" actId="478"/>
          <ac:cxnSpMkLst>
            <pc:docMk/>
            <pc:sldMk cId="3108575704" sldId="260"/>
            <ac:cxnSpMk id="9" creationId="{BF025DB5-D2AC-AD1E-1CFB-E14C8FBAC908}"/>
          </ac:cxnSpMkLst>
        </pc:cxnChg>
        <pc:cxnChg chg="add del mod">
          <ac:chgData name="Murillo Álvaro Borges de Sousa" userId="02386067-c46f-46e6-bf61-8f6a774af0e5" providerId="ADAL" clId="{73C3FE35-BF7E-418C-A7F8-FA0AB4F63A6B}" dt="2026-09-15T17:54:36.442" v="127" actId="478"/>
          <ac:cxnSpMkLst>
            <pc:docMk/>
            <pc:sldMk cId="3108575704" sldId="260"/>
            <ac:cxnSpMk id="13" creationId="{5E5F8F97-3AC1-E422-DFA3-530913957193}"/>
          </ac:cxnSpMkLst>
        </pc:cxnChg>
        <pc:cxnChg chg="add mod">
          <ac:chgData name="Murillo Álvaro Borges de Sousa" userId="02386067-c46f-46e6-bf61-8f6a774af0e5" providerId="ADAL" clId="{73C3FE35-BF7E-418C-A7F8-FA0AB4F63A6B}" dt="2026-09-15T17:54:20.864" v="119" actId="14100"/>
          <ac:cxnSpMkLst>
            <pc:docMk/>
            <pc:sldMk cId="3108575704" sldId="260"/>
            <ac:cxnSpMk id="17" creationId="{76ABAC78-7EBF-11EF-C824-25BF55783823}"/>
          </ac:cxnSpMkLst>
        </pc:cxnChg>
        <pc:cxnChg chg="add del mod">
          <ac:chgData name="Murillo Álvaro Borges de Sousa" userId="02386067-c46f-46e6-bf61-8f6a774af0e5" providerId="ADAL" clId="{73C3FE35-BF7E-418C-A7F8-FA0AB4F63A6B}" dt="2026-09-15T17:56:14.539" v="153" actId="478"/>
          <ac:cxnSpMkLst>
            <pc:docMk/>
            <pc:sldMk cId="3108575704" sldId="260"/>
            <ac:cxnSpMk id="28" creationId="{A4789308-9889-E72D-5AFD-1615825362D0}"/>
          </ac:cxnSpMkLst>
        </pc:cxnChg>
        <pc:cxnChg chg="add mod">
          <ac:chgData name="Murillo Álvaro Borges de Sousa" userId="02386067-c46f-46e6-bf61-8f6a774af0e5" providerId="ADAL" clId="{73C3FE35-BF7E-418C-A7F8-FA0AB4F63A6B}" dt="2026-09-15T18:00:17.217" v="209" actId="208"/>
          <ac:cxnSpMkLst>
            <pc:docMk/>
            <pc:sldMk cId="3108575704" sldId="260"/>
            <ac:cxnSpMk id="39" creationId="{B0AB0483-FAAE-AC20-10F0-84694A992A26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9CC63-8DBA-8C18-C982-1B47DC0A97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FFF9E8-1B58-2D04-2B29-34C7775A15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6B4DAF-6FB4-77C9-9FD9-EF35DA9A1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EC19E-C823-465B-937B-7344AD622D26}" type="datetimeFigureOut">
              <a:rPr lang="pt-BR" smtClean="0"/>
              <a:t>15/09/2026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D2955B-3EB3-D4F5-412E-C8A053123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8AFF47-FB49-3176-9AE6-5C3D51A42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B9229-4F2C-40C6-87FD-01E0C28F164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00299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C6513-9C13-BF7B-64D1-1FD4A829E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BAB7E-24F1-1EC9-4A23-99CBF44297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46714F-1CB0-3726-A833-40FF4AEC0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EC19E-C823-465B-937B-7344AD622D26}" type="datetimeFigureOut">
              <a:rPr lang="pt-BR" smtClean="0"/>
              <a:t>15/09/2026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065A1E-F41F-7223-279C-76388A8BB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2E9785-3348-E0EC-7A63-7D78D4F01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B9229-4F2C-40C6-87FD-01E0C28F164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27692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7A226-31BF-087F-5919-70ABD1CC0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50EBA-598F-71B8-62E0-EC241D9BDB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3DE7E4-BFF6-4A93-D093-38B4BB640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EC19E-C823-465B-937B-7344AD622D26}" type="datetimeFigureOut">
              <a:rPr lang="pt-BR" smtClean="0"/>
              <a:t>15/09/2026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F98847-602E-A024-C248-2ED061E185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85C541-7E05-93C1-191C-2D35B57CB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B9229-4F2C-40C6-87FD-01E0C28F164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9031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069C2-A523-CFA2-66F0-554C6DC46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8A82FF-D40E-7D8C-4599-16C75F328A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42FFF4-DF96-E41E-C500-AC34EB0581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6B5D68-3658-AE0D-3FAB-0645D54A5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EC19E-C823-465B-937B-7344AD622D26}" type="datetimeFigureOut">
              <a:rPr lang="pt-BR" smtClean="0"/>
              <a:t>15/09/2026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2E1F0A-2F8B-E2FA-3237-E13E03D6F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627474-659C-1794-6D42-ED706F576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B9229-4F2C-40C6-87FD-01E0C28F164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7673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95351-0E1B-A183-4D48-D64372A8D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FD778F-90DF-943A-B885-09E6873966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FC7496-0547-EAD8-E4A4-BFA691354B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AB0296-4FE7-4A54-9178-78A67FAE91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B2EA9D-9EE8-98FB-E43C-19952C0E19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37A6A1-4A8C-83C2-B4D4-B37860775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EC19E-C823-465B-937B-7344AD622D26}" type="datetimeFigureOut">
              <a:rPr lang="pt-BR" smtClean="0"/>
              <a:t>15/09/2026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A3C875-49CB-3ECE-CA69-AA313F3B1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F44B54-E5D2-60F9-0C66-BD786C8EC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B9229-4F2C-40C6-87FD-01E0C28F164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81155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BCD01-688C-320E-3CB8-A38F51D54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47C53D5-9FCB-8163-8654-07F50A0AF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EC19E-C823-465B-937B-7344AD622D26}" type="datetimeFigureOut">
              <a:rPr lang="pt-BR" smtClean="0"/>
              <a:t>15/09/2026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25E88D-C547-7B91-6440-931EA8BD5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FCEF76-76EF-692B-D273-E3ED823DA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B9229-4F2C-40C6-87FD-01E0C28F164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351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FD48EB-AB51-3409-76F2-0CF657C8D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EC19E-C823-465B-937B-7344AD622D26}" type="datetimeFigureOut">
              <a:rPr lang="pt-BR" smtClean="0"/>
              <a:t>15/09/2026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ED78A8-4F27-EAB2-A574-91A96091B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7DB9E-6EA9-8DE7-6805-5F2A4C961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B9229-4F2C-40C6-87FD-01E0C28F164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06760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36230-527B-727E-F4F8-E409091E1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BC5F26-6D3D-B902-FE38-BF24BB9E4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040931-72B9-F3E8-DE6F-A3433E20DB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4483D3-1D7D-AC8D-2EFA-1E676C30D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EC19E-C823-465B-937B-7344AD622D26}" type="datetimeFigureOut">
              <a:rPr lang="pt-BR" smtClean="0"/>
              <a:t>15/09/2026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54D7B4-82D3-C892-DF2D-737F9118E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83E896-58B0-0100-B6BE-96B4A8D88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B9229-4F2C-40C6-87FD-01E0C28F164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4555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3D297-D966-2060-0E6B-1DFA6E402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E45CAF4-E731-F1E1-E209-696BCFD43C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0780B0-FBCE-A7D1-1068-4202B87924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650C37-1FB9-D5D3-D1F3-762CF6F7F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EC19E-C823-465B-937B-7344AD622D26}" type="datetimeFigureOut">
              <a:rPr lang="pt-BR" smtClean="0"/>
              <a:t>15/09/2026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B3456A-B783-3D76-7968-BCBCDBBC9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035BBE-05AD-0999-A0D8-1DF1E0B95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B9229-4F2C-40C6-87FD-01E0C28F164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54134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DD0E7-1332-9149-FDD0-EBE2D1F49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E4B4E6-3E88-BC43-56EA-9EB0083FC7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5D0D7B-BFC6-7298-8639-51C9B93621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EC19E-C823-465B-937B-7344AD622D26}" type="datetimeFigureOut">
              <a:rPr lang="pt-BR" smtClean="0"/>
              <a:t>15/09/2026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15B860-E65C-0EA9-7F23-83220367F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52ED07-835A-AF42-81D3-7C23773E4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B9229-4F2C-40C6-87FD-01E0C28F164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51353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2518C2-80AF-E7DB-33D5-D8279DD3DC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4C9C33-9F05-53ED-429D-BFF1B1CC92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348CCD-4A9B-CD63-A521-2AB286F12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EC19E-C823-465B-937B-7344AD622D26}" type="datetimeFigureOut">
              <a:rPr lang="pt-BR" smtClean="0"/>
              <a:t>15/09/2026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0886AB-5796-859B-2677-049351ABF3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6EF89B-23AB-82DA-5F6E-60EB5F03C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B9229-4F2C-40C6-87FD-01E0C28F164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6239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8CF5E7-9D2D-8059-3A3B-03E8F5F0B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F1A4D7-D1B5-59E9-1C75-EAC58C2B60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1398BA-1BDC-6B80-A3B2-39A0AA4E5E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5EC19E-C823-465B-937B-7344AD622D26}" type="datetimeFigureOut">
              <a:rPr lang="pt-BR" smtClean="0"/>
              <a:t>15/09/2026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AF6191-BC8B-62D1-B431-B380677F4B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3A310-B22B-C8BD-EBF5-F69DAB7B40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8B9229-4F2C-40C6-87FD-01E0C28F164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93021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D1EC26A-52FD-1788-42E0-BF5FD98BB3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" y="1600200"/>
            <a:ext cx="6057900" cy="3657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B7FA433-66AA-4000-CE79-6CF812671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71675"/>
            <a:ext cx="5981700" cy="29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333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86DC439-1E82-F911-9E9A-1E1E0EFCC8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35" y="722376"/>
            <a:ext cx="9788557" cy="59100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D252639-E29D-6019-6F68-399D9FDB5A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3959" y="2448686"/>
            <a:ext cx="550681" cy="5139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D8D29F9-EAFA-F007-DB53-B294BE2707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0596" y="4097464"/>
            <a:ext cx="466725" cy="46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82050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426872-51F8-5B02-84BD-25460FA3F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8742" y="1057560"/>
            <a:ext cx="4380167" cy="5345763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B13E2A78-494E-A85A-9A76-88B399A874F0}"/>
              </a:ext>
            </a:extLst>
          </p:cNvPr>
          <p:cNvGrpSpPr/>
          <p:nvPr/>
        </p:nvGrpSpPr>
        <p:grpSpPr>
          <a:xfrm>
            <a:off x="7186332" y="971348"/>
            <a:ext cx="3219312" cy="4100831"/>
            <a:chOff x="6157101" y="438912"/>
            <a:chExt cx="3219312" cy="410083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CF0A9A7-1790-A27F-1CA5-C6EBA6DC7D9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" b="20350"/>
            <a:stretch>
              <a:fillRect/>
            </a:stretch>
          </p:blipFill>
          <p:spPr>
            <a:xfrm>
              <a:off x="6157101" y="438912"/>
              <a:ext cx="3219312" cy="28110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96128821-0DCD-6AF0-0448-5BD9BD01B9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23633"/>
            <a:stretch>
              <a:fillRect/>
            </a:stretch>
          </p:blipFill>
          <p:spPr>
            <a:xfrm>
              <a:off x="6421428" y="3347975"/>
              <a:ext cx="1182624" cy="1191768"/>
            </a:xfrm>
            <a:prstGeom prst="rect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2AF156E-A7E6-3958-2258-BF9F21D64DE3}"/>
                </a:ext>
              </a:extLst>
            </p:cNvPr>
            <p:cNvSpPr/>
            <p:nvPr/>
          </p:nvSpPr>
          <p:spPr>
            <a:xfrm>
              <a:off x="6952315" y="3198006"/>
              <a:ext cx="144000" cy="144000"/>
            </a:xfrm>
            <a:prstGeom prst="ellipse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DD5F6ED4-DF4E-5849-A439-BCF3AE75B24F}"/>
              </a:ext>
            </a:extLst>
          </p:cNvPr>
          <p:cNvSpPr txBox="1"/>
          <p:nvPr/>
        </p:nvSpPr>
        <p:spPr>
          <a:xfrm>
            <a:off x="5972743" y="2927232"/>
            <a:ext cx="13295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Mancal de Rolamento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7B6D26-87E5-BCE8-7C50-7505E5558943}"/>
              </a:ext>
            </a:extLst>
          </p:cNvPr>
          <p:cNvSpPr txBox="1"/>
          <p:nvPr/>
        </p:nvSpPr>
        <p:spPr>
          <a:xfrm>
            <a:off x="8896171" y="3920847"/>
            <a:ext cx="18403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Suporte do Mancal - Régua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F0BBE4-99EF-9FF1-388E-CF72E1E91797}"/>
              </a:ext>
            </a:extLst>
          </p:cNvPr>
          <p:cNvSpPr txBox="1"/>
          <p:nvPr/>
        </p:nvSpPr>
        <p:spPr>
          <a:xfrm>
            <a:off x="5996093" y="3586658"/>
            <a:ext cx="16647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rgbClr val="FF0000"/>
                </a:solidFill>
              </a:rPr>
              <a:t>Massa do Suporte e do Mancal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15E223E-1F9A-BDCB-FABB-41C6F2A1CFA2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7302285" y="3250398"/>
            <a:ext cx="3948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91C0F4B-F42F-BA5C-0EBD-A7763CDAC451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8484243" y="4244012"/>
            <a:ext cx="411928" cy="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16FDEEA-C0D3-C9C4-E6C9-1CB6E31CD781}"/>
              </a:ext>
            </a:extLst>
          </p:cNvPr>
          <p:cNvCxnSpPr>
            <a:cxnSpLocks/>
          </p:cNvCxnSpPr>
          <p:nvPr/>
        </p:nvCxnSpPr>
        <p:spPr>
          <a:xfrm flipV="1">
            <a:off x="7302285" y="3821248"/>
            <a:ext cx="585263" cy="5319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9667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522AC48-FC9B-9B42-371A-CB88295C18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8742" y="1057560"/>
            <a:ext cx="4380167" cy="53457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32ED82E-346A-C785-371C-5EE676533CE5}"/>
              </a:ext>
            </a:extLst>
          </p:cNvPr>
          <p:cNvSpPr txBox="1"/>
          <p:nvPr/>
        </p:nvSpPr>
        <p:spPr>
          <a:xfrm>
            <a:off x="7871675" y="5145003"/>
            <a:ext cx="17768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Rigidez do mancal assimétrico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A05A291-6B3C-8F9B-79CD-63B20762D376}"/>
              </a:ext>
            </a:extLst>
          </p:cNvPr>
          <p:cNvGrpSpPr/>
          <p:nvPr/>
        </p:nvGrpSpPr>
        <p:grpSpPr>
          <a:xfrm>
            <a:off x="6920886" y="1712997"/>
            <a:ext cx="3219312" cy="3139305"/>
            <a:chOff x="6920886" y="1712997"/>
            <a:chExt cx="3219312" cy="313930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CE7E46D-E5A4-D2C2-578B-B38AF4440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" b="11047"/>
            <a:stretch>
              <a:fillRect/>
            </a:stretch>
          </p:blipFill>
          <p:spPr>
            <a:xfrm>
              <a:off x="6920886" y="1712997"/>
              <a:ext cx="3219312" cy="3139305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F878856-0318-E211-330C-FC9E20FB7118}"/>
                </a:ext>
              </a:extLst>
            </p:cNvPr>
            <p:cNvSpPr/>
            <p:nvPr/>
          </p:nvSpPr>
          <p:spPr>
            <a:xfrm>
              <a:off x="7727675" y="3279900"/>
              <a:ext cx="144000" cy="144000"/>
            </a:xfrm>
            <a:prstGeom prst="ellipse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BC220756-21B1-27F6-C5D1-868B6CC599D8}"/>
                </a:ext>
              </a:extLst>
            </p:cNvPr>
            <p:cNvSpPr/>
            <p:nvPr/>
          </p:nvSpPr>
          <p:spPr>
            <a:xfrm>
              <a:off x="9306821" y="4541453"/>
              <a:ext cx="647407" cy="31084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B1E8AB6-143D-CADE-2D9B-0C6BF8961FDA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076768" y="2415748"/>
            <a:ext cx="605222" cy="86415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609253A-6624-350E-863C-638200CCE54A}"/>
              </a:ext>
            </a:extLst>
          </p:cNvPr>
          <p:cNvSpPr txBox="1"/>
          <p:nvPr/>
        </p:nvSpPr>
        <p:spPr>
          <a:xfrm>
            <a:off x="6327546" y="1492418"/>
            <a:ext cx="14984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solidFill>
                  <a:srgbClr val="FF0000"/>
                </a:solidFill>
              </a:rPr>
              <a:t>Massa do Suporte e do Mancal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06B7F5-D83C-A575-7F3F-EBF00BB32A58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8218025" y="4132162"/>
            <a:ext cx="542066" cy="10128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4151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9D88822A-FB47-392A-2584-C70D8432AC01}"/>
              </a:ext>
            </a:extLst>
          </p:cNvPr>
          <p:cNvGrpSpPr/>
          <p:nvPr/>
        </p:nvGrpSpPr>
        <p:grpSpPr>
          <a:xfrm>
            <a:off x="3648851" y="1747200"/>
            <a:ext cx="5303757" cy="4320000"/>
            <a:chOff x="3674251" y="909000"/>
            <a:chExt cx="5303757" cy="432000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C950D944-929E-824B-7FC4-FC471C48B442}"/>
                </a:ext>
              </a:extLst>
            </p:cNvPr>
            <p:cNvSpPr/>
            <p:nvPr/>
          </p:nvSpPr>
          <p:spPr>
            <a:xfrm>
              <a:off x="4296000" y="1629000"/>
              <a:ext cx="3600000" cy="3600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F349D16E-80CE-A647-94B4-3CAB3B59A58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425" y="909000"/>
              <a:ext cx="0" cy="2520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6ABAC78-7EBF-11EF-C824-25BF55783823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3429000"/>
              <a:ext cx="252000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CFBD897-9899-CD3D-40DC-C7165775515C}"/>
                </a:ext>
              </a:extLst>
            </p:cNvPr>
            <p:cNvSpPr txBox="1"/>
            <p:nvPr/>
          </p:nvSpPr>
          <p:spPr>
            <a:xfrm>
              <a:off x="6107576" y="909000"/>
              <a:ext cx="3946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800" b="1" dirty="0"/>
                <a:t>Y</a:t>
              </a:r>
              <a:endParaRPr lang="pt-BR" b="1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4DD3EB7-ACE9-69B6-A777-C4BC7E8F0FD6}"/>
                </a:ext>
              </a:extLst>
            </p:cNvPr>
            <p:cNvSpPr txBox="1"/>
            <p:nvPr/>
          </p:nvSpPr>
          <p:spPr>
            <a:xfrm>
              <a:off x="8578540" y="3429000"/>
              <a:ext cx="3994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800" b="1" dirty="0"/>
                <a:t>X</a:t>
              </a:r>
              <a:endParaRPr lang="pt-BR" b="1" dirty="0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8A6DD2A2-A4F2-FEE6-24CD-D637ED1E4B5B}"/>
                </a:ext>
              </a:extLst>
            </p:cNvPr>
            <p:cNvSpPr/>
            <p:nvPr/>
          </p:nvSpPr>
          <p:spPr>
            <a:xfrm>
              <a:off x="5902739" y="3249000"/>
              <a:ext cx="360000" cy="360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256AFC02-E34F-8E98-A1B1-55F9CD2F1B40}"/>
                </a:ext>
              </a:extLst>
            </p:cNvPr>
            <p:cNvSpPr/>
            <p:nvPr/>
          </p:nvSpPr>
          <p:spPr>
            <a:xfrm>
              <a:off x="6037739" y="3384000"/>
              <a:ext cx="90000" cy="900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35E80FB-A5C9-2791-AD16-424E22F128CB}"/>
                </a:ext>
              </a:extLst>
            </p:cNvPr>
            <p:cNvSpPr txBox="1"/>
            <p:nvPr/>
          </p:nvSpPr>
          <p:spPr>
            <a:xfrm>
              <a:off x="5496735" y="3474000"/>
              <a:ext cx="38183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800" b="1" dirty="0"/>
                <a:t>Z</a:t>
              </a:r>
              <a:endParaRPr lang="pt-BR" b="1" dirty="0"/>
            </a:p>
          </p:txBody>
        </p:sp>
        <p:sp>
          <p:nvSpPr>
            <p:cNvPr id="30" name="Arc 29">
              <a:extLst>
                <a:ext uri="{FF2B5EF4-FFF2-40B4-BE49-F238E27FC236}">
                  <a16:creationId xmlns:a16="http://schemas.microsoft.com/office/drawing/2014/main" id="{698E447B-0915-5980-FF02-5B3B4CD07BDD}"/>
                </a:ext>
              </a:extLst>
            </p:cNvPr>
            <p:cNvSpPr/>
            <p:nvPr/>
          </p:nvSpPr>
          <p:spPr>
            <a:xfrm rot="16200000">
              <a:off x="4102739" y="1432220"/>
              <a:ext cx="3600000" cy="3600000"/>
            </a:xfrm>
            <a:prstGeom prst="arc">
              <a:avLst>
                <a:gd name="adj1" fmla="val 17492103"/>
                <a:gd name="adj2" fmla="val 20456526"/>
              </a:avLst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3975B741-9690-5686-94B6-3AC02825BF4D}"/>
                </a:ext>
              </a:extLst>
            </p:cNvPr>
            <p:cNvSpPr>
              <a:spLocks noChangeAspect="1"/>
            </p:cNvSpPr>
            <p:nvPr/>
          </p:nvSpPr>
          <p:spPr>
            <a:xfrm rot="11987984">
              <a:off x="4123376" y="2534358"/>
              <a:ext cx="177232" cy="152786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C26CE19-8246-9D2B-EBB7-E1CC42398917}"/>
                </a:ext>
              </a:extLst>
            </p:cNvPr>
            <p:cNvSpPr txBox="1"/>
            <p:nvPr/>
          </p:nvSpPr>
          <p:spPr>
            <a:xfrm>
              <a:off x="3674251" y="2189426"/>
              <a:ext cx="4523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sz="2800" b="1" dirty="0"/>
                <a:t>Ω</a:t>
              </a:r>
              <a:endParaRPr lang="pt-BR" b="1" dirty="0"/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772A90D-4A46-517B-D8E6-14805E396FAE}"/>
                </a:ext>
              </a:extLst>
            </p:cNvPr>
            <p:cNvGrpSpPr/>
            <p:nvPr/>
          </p:nvGrpSpPr>
          <p:grpSpPr>
            <a:xfrm>
              <a:off x="7431637" y="1516422"/>
              <a:ext cx="386225" cy="618717"/>
              <a:chOff x="7488861" y="1468716"/>
              <a:chExt cx="386225" cy="618717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288A871A-15DD-1A38-AE99-A5479D605138}"/>
                  </a:ext>
                </a:extLst>
              </p:cNvPr>
              <p:cNvSpPr/>
              <p:nvPr/>
            </p:nvSpPr>
            <p:spPr>
              <a:xfrm rot="18790647">
                <a:off x="7446159" y="1964856"/>
                <a:ext cx="165279" cy="798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5CCA65D7-8860-5DCF-ABAA-EC12B2BA0285}"/>
                  </a:ext>
                </a:extLst>
              </p:cNvPr>
              <p:cNvSpPr/>
              <p:nvPr/>
            </p:nvSpPr>
            <p:spPr>
              <a:xfrm rot="18790647">
                <a:off x="7481774" y="1648021"/>
                <a:ext cx="572617" cy="21400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0AB0483-FAAE-AC20-10F0-84694A992A26}"/>
                </a:ext>
              </a:extLst>
            </p:cNvPr>
            <p:cNvCxnSpPr>
              <a:cxnSpLocks/>
              <a:stCxn id="2" idx="7"/>
              <a:endCxn id="22" idx="7"/>
            </p:cNvCxnSpPr>
            <p:nvPr/>
          </p:nvCxnSpPr>
          <p:spPr>
            <a:xfrm flipH="1">
              <a:off x="6210018" y="2156208"/>
              <a:ext cx="1158774" cy="1145513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Arc 42">
              <a:extLst>
                <a:ext uri="{FF2B5EF4-FFF2-40B4-BE49-F238E27FC236}">
                  <a16:creationId xmlns:a16="http://schemas.microsoft.com/office/drawing/2014/main" id="{3BDAFD93-7556-D243-6FBF-09B4ABF6612D}"/>
                </a:ext>
              </a:extLst>
            </p:cNvPr>
            <p:cNvSpPr/>
            <p:nvPr/>
          </p:nvSpPr>
          <p:spPr>
            <a:xfrm>
              <a:off x="5047139" y="2628394"/>
              <a:ext cx="1800000" cy="1800000"/>
            </a:xfrm>
            <a:prstGeom prst="arc">
              <a:avLst>
                <a:gd name="adj1" fmla="val 19009301"/>
                <a:gd name="adj2" fmla="val 21293013"/>
              </a:avLst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B27BE0A-CA2F-E7AE-DB7D-598D52B816F9}"/>
                </a:ext>
              </a:extLst>
            </p:cNvPr>
            <p:cNvSpPr txBox="1"/>
            <p:nvPr/>
          </p:nvSpPr>
          <p:spPr>
            <a:xfrm>
              <a:off x="6814217" y="2825174"/>
              <a:ext cx="38183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sz="2800" dirty="0"/>
                <a:t>θ</a:t>
              </a:r>
              <a:endParaRPr lang="pt-BR" dirty="0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85DE5701-0E17-4890-79B0-C561CA96DE0A}"/>
              </a:ext>
            </a:extLst>
          </p:cNvPr>
          <p:cNvSpPr txBox="1"/>
          <p:nvPr/>
        </p:nvSpPr>
        <p:spPr>
          <a:xfrm>
            <a:off x="4639030" y="1041190"/>
            <a:ext cx="29139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b="1" dirty="0"/>
              <a:t>Probe (Sensor)</a:t>
            </a:r>
          </a:p>
        </p:txBody>
      </p:sp>
    </p:spTree>
    <p:extLst>
      <p:ext uri="{BB962C8B-B14F-4D97-AF65-F5344CB8AC3E}">
        <p14:creationId xmlns:p14="http://schemas.microsoft.com/office/powerpoint/2010/main" val="31085757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616</TotalTime>
  <Words>33</Words>
  <Application>Microsoft Office PowerPoint</Application>
  <PresentationFormat>Widescreen</PresentationFormat>
  <Paragraphs>11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Murillo Álvaro Borges de Sousa</dc:creator>
  <cp:lastModifiedBy>Murillo Álvaro Borges de Sousa</cp:lastModifiedBy>
  <cp:revision>1</cp:revision>
  <dcterms:created xsi:type="dcterms:W3CDTF">2026-09-11T16:52:39Z</dcterms:created>
  <dcterms:modified xsi:type="dcterms:W3CDTF">2026-09-15T18:02:52Z</dcterms:modified>
</cp:coreProperties>
</file>