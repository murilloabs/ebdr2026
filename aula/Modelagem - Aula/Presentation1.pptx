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585ED-75AE-4EA9-83A2-E573505AB745}" v="5" dt="2026-09-15T12:02:34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73C3FE35-BF7E-418C-A7F8-FA0AB4F63A6B}"/>
    <pc:docChg chg="undo custSel addSld modSld">
      <pc:chgData name="Murillo Álvaro Borges de Sousa" userId="02386067-c46f-46e6-bf61-8f6a774af0e5" providerId="ADAL" clId="{73C3FE35-BF7E-418C-A7F8-FA0AB4F63A6B}" dt="2026-09-15T12:03:11.757" v="77" actId="166"/>
      <pc:docMkLst>
        <pc:docMk/>
      </pc:docMkLst>
      <pc:sldChg chg="addSp delSp modSp new mod">
        <pc:chgData name="Murillo Álvaro Borges de Sousa" userId="02386067-c46f-46e6-bf61-8f6a774af0e5" providerId="ADAL" clId="{73C3FE35-BF7E-418C-A7F8-FA0AB4F63A6B}" dt="2026-09-15T12:03:11.757" v="77" actId="166"/>
        <pc:sldMkLst>
          <pc:docMk/>
          <pc:sldMk cId="2634151844" sldId="259"/>
        </pc:sldMkLst>
        <pc:spChg chg="add del mod topLvl">
          <ac:chgData name="Murillo Álvaro Borges de Sousa" userId="02386067-c46f-46e6-bf61-8f6a774af0e5" providerId="ADAL" clId="{73C3FE35-BF7E-418C-A7F8-FA0AB4F63A6B}" dt="2026-09-15T12:02:34.918" v="74" actId="164"/>
          <ac:spMkLst>
            <pc:docMk/>
            <pc:sldMk cId="2634151844" sldId="259"/>
            <ac:spMk id="6" creationId="{3F878856-0318-E211-330C-FC9E20FB7118}"/>
          </ac:spMkLst>
        </pc:spChg>
        <pc:spChg chg="add mod">
          <ac:chgData name="Murillo Álvaro Borges de Sousa" userId="02386067-c46f-46e6-bf61-8f6a774af0e5" providerId="ADAL" clId="{73C3FE35-BF7E-418C-A7F8-FA0AB4F63A6B}" dt="2026-09-15T12:02:04.086" v="67" actId="1076"/>
          <ac:spMkLst>
            <pc:docMk/>
            <pc:sldMk cId="2634151844" sldId="259"/>
            <ac:spMk id="7" creationId="{B32ED82E-346A-C785-371C-5EE676533CE5}"/>
          </ac:spMkLst>
        </pc:spChg>
        <pc:spChg chg="add del mod">
          <ac:chgData name="Murillo Álvaro Borges de Sousa" userId="02386067-c46f-46e6-bf61-8f6a774af0e5" providerId="ADAL" clId="{73C3FE35-BF7E-418C-A7F8-FA0AB4F63A6B}" dt="2026-09-15T12:00:58.503" v="23" actId="478"/>
          <ac:spMkLst>
            <pc:docMk/>
            <pc:sldMk cId="2634151844" sldId="259"/>
            <ac:spMk id="8" creationId="{3E9C395A-AADD-414A-6966-C390EA12D52B}"/>
          </ac:spMkLst>
        </pc:spChg>
        <pc:spChg chg="add mod ord">
          <ac:chgData name="Murillo Álvaro Borges de Sousa" userId="02386067-c46f-46e6-bf61-8f6a774af0e5" providerId="ADAL" clId="{73C3FE35-BF7E-418C-A7F8-FA0AB4F63A6B}" dt="2026-09-15T12:03:05.132" v="76" actId="166"/>
          <ac:spMkLst>
            <pc:docMk/>
            <pc:sldMk cId="2634151844" sldId="259"/>
            <ac:spMk id="9" creationId="{0609253A-6624-350E-863C-638200CCE54A}"/>
          </ac:spMkLst>
        </pc:spChg>
        <pc:spChg chg="add mod">
          <ac:chgData name="Murillo Álvaro Borges de Sousa" userId="02386067-c46f-46e6-bf61-8f6a774af0e5" providerId="ADAL" clId="{73C3FE35-BF7E-418C-A7F8-FA0AB4F63A6B}" dt="2026-09-15T12:02:34.918" v="74" actId="164"/>
          <ac:spMkLst>
            <pc:docMk/>
            <pc:sldMk cId="2634151844" sldId="259"/>
            <ac:spMk id="22" creationId="{BC220756-21B1-27F6-C5D1-868B6CC599D8}"/>
          </ac:spMkLst>
        </pc:spChg>
        <pc:grpChg chg="add del mod">
          <ac:chgData name="Murillo Álvaro Borges de Sousa" userId="02386067-c46f-46e6-bf61-8f6a774af0e5" providerId="ADAL" clId="{73C3FE35-BF7E-418C-A7F8-FA0AB4F63A6B}" dt="2026-09-15T12:00:00.407" v="4" actId="165"/>
          <ac:grpSpMkLst>
            <pc:docMk/>
            <pc:sldMk cId="2634151844" sldId="259"/>
            <ac:grpSpMk id="3" creationId="{EED75BF6-F386-A188-CEE1-CE098670469E}"/>
          </ac:grpSpMkLst>
        </pc:grpChg>
        <pc:grpChg chg="add del mod">
          <ac:chgData name="Murillo Álvaro Borges de Sousa" userId="02386067-c46f-46e6-bf61-8f6a774af0e5" providerId="ADAL" clId="{73C3FE35-BF7E-418C-A7F8-FA0AB4F63A6B}" dt="2026-09-15T12:01:37.732" v="61" actId="165"/>
          <ac:grpSpMkLst>
            <pc:docMk/>
            <pc:sldMk cId="2634151844" sldId="259"/>
            <ac:grpSpMk id="13" creationId="{2551FF18-758F-E671-F5B4-2F9E89C00282}"/>
          </ac:grpSpMkLst>
        </pc:grpChg>
        <pc:grpChg chg="add mod">
          <ac:chgData name="Murillo Álvaro Borges de Sousa" userId="02386067-c46f-46e6-bf61-8f6a774af0e5" providerId="ADAL" clId="{73C3FE35-BF7E-418C-A7F8-FA0AB4F63A6B}" dt="2026-09-15T12:02:34.918" v="74" actId="164"/>
          <ac:grpSpMkLst>
            <pc:docMk/>
            <pc:sldMk cId="2634151844" sldId="259"/>
            <ac:grpSpMk id="23" creationId="{DA05A291-6B3C-8F9B-79CD-63B20762D376}"/>
          </ac:grpSpMkLst>
        </pc:grpChg>
        <pc:picChg chg="add mod">
          <ac:chgData name="Murillo Álvaro Borges de Sousa" userId="02386067-c46f-46e6-bf61-8f6a774af0e5" providerId="ADAL" clId="{73C3FE35-BF7E-418C-A7F8-FA0AB4F63A6B}" dt="2026-09-15T11:59:51.016" v="1"/>
          <ac:picMkLst>
            <pc:docMk/>
            <pc:sldMk cId="2634151844" sldId="259"/>
            <ac:picMk id="2" creationId="{B522AC48-FC9B-9B42-371A-CB88295C1815}"/>
          </ac:picMkLst>
        </pc:picChg>
        <pc:picChg chg="mod topLvl modCrop">
          <ac:chgData name="Murillo Álvaro Borges de Sousa" userId="02386067-c46f-46e6-bf61-8f6a774af0e5" providerId="ADAL" clId="{73C3FE35-BF7E-418C-A7F8-FA0AB4F63A6B}" dt="2026-09-15T12:02:34.918" v="74" actId="164"/>
          <ac:picMkLst>
            <pc:docMk/>
            <pc:sldMk cId="2634151844" sldId="259"/>
            <ac:picMk id="4" creationId="{6CE7E46D-E5A4-D2C2-578B-B38AF44400C6}"/>
          </ac:picMkLst>
        </pc:picChg>
        <pc:picChg chg="del mod topLvl">
          <ac:chgData name="Murillo Álvaro Borges de Sousa" userId="02386067-c46f-46e6-bf61-8f6a774af0e5" providerId="ADAL" clId="{73C3FE35-BF7E-418C-A7F8-FA0AB4F63A6B}" dt="2026-09-15T12:00:02.181" v="5" actId="478"/>
          <ac:picMkLst>
            <pc:docMk/>
            <pc:sldMk cId="2634151844" sldId="259"/>
            <ac:picMk id="5" creationId="{A4BBE1BD-73DE-67A3-A6CE-72818C3E8BF3}"/>
          </ac:picMkLst>
        </pc:picChg>
        <pc:picChg chg="add del">
          <ac:chgData name="Murillo Álvaro Borges de Sousa" userId="02386067-c46f-46e6-bf61-8f6a774af0e5" providerId="ADAL" clId="{73C3FE35-BF7E-418C-A7F8-FA0AB4F63A6B}" dt="2026-09-15T12:01:34.392" v="60" actId="478"/>
          <ac:picMkLst>
            <pc:docMk/>
            <pc:sldMk cId="2634151844" sldId="259"/>
            <ac:picMk id="18" creationId="{D38D7DB9-645E-8401-8ACC-5CDD7A96681D}"/>
          </ac:picMkLst>
        </pc:picChg>
        <pc:cxnChg chg="add mod ord">
          <ac:chgData name="Murillo Álvaro Borges de Sousa" userId="02386067-c46f-46e6-bf61-8f6a774af0e5" providerId="ADAL" clId="{73C3FE35-BF7E-418C-A7F8-FA0AB4F63A6B}" dt="2026-09-15T12:03:11.757" v="77" actId="166"/>
          <ac:cxnSpMkLst>
            <pc:docMk/>
            <pc:sldMk cId="2634151844" sldId="259"/>
            <ac:cxnSpMk id="10" creationId="{3506B7F5-D83C-A575-7F3F-EBF00BB32A58}"/>
          </ac:cxnSpMkLst>
        </pc:cxnChg>
        <pc:cxnChg chg="del mod">
          <ac:chgData name="Murillo Álvaro Borges de Sousa" userId="02386067-c46f-46e6-bf61-8f6a774af0e5" providerId="ADAL" clId="{73C3FE35-BF7E-418C-A7F8-FA0AB4F63A6B}" dt="2026-09-15T12:00:59.734" v="24" actId="478"/>
          <ac:cxnSpMkLst>
            <pc:docMk/>
            <pc:sldMk cId="2634151844" sldId="259"/>
            <ac:cxnSpMk id="11" creationId="{9F1AB66C-8A40-803D-3B11-E344103D308D}"/>
          </ac:cxnSpMkLst>
        </pc:cxnChg>
        <pc:cxnChg chg="add mod ord">
          <ac:chgData name="Murillo Álvaro Borges de Sousa" userId="02386067-c46f-46e6-bf61-8f6a774af0e5" providerId="ADAL" clId="{73C3FE35-BF7E-418C-A7F8-FA0AB4F63A6B}" dt="2026-09-15T12:03:05.132" v="76" actId="166"/>
          <ac:cxnSpMkLst>
            <pc:docMk/>
            <pc:sldMk cId="2634151844" sldId="259"/>
            <ac:cxnSpMk id="12" creationId="{1B1E8AB6-143D-CADE-2D9B-0C6BF8961F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CC63-8DBA-8C18-C982-1B47DC0A9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FF9E8-1B58-2D04-2B29-34C7775A1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B4DAF-6FB4-77C9-9FD9-EF35DA9A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2955B-3EB3-D4F5-412E-C8A05312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FF47-FB49-3176-9AE6-5C3D51A4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29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C6513-9C13-BF7B-64D1-1FD4A829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BAB7E-24F1-1EC9-4A23-99CBF4429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6714F-1CB0-3726-A833-40FF4AEC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5A1E-F41F-7223-279C-76388A8B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E9785-3348-E0EC-7A63-7D78D4F01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76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A226-31BF-087F-5919-70ABD1CC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50EBA-598F-71B8-62E0-EC241D9BD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DE7E4-BFF6-4A93-D093-38B4BB64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8847-602E-A024-C248-2ED061E1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5C541-7E05-93C1-191C-2D35B57C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03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69C2-A523-CFA2-66F0-554C6DC4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A82FF-D40E-7D8C-4599-16C75F328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2FFF4-DF96-E41E-C500-AC34EB058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B5D68-3658-AE0D-3FAB-0645D54A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E1F0A-2F8B-E2FA-3237-E13E03D6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27474-659C-1794-6D42-ED706F57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67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5351-0E1B-A183-4D48-D64372A8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D778F-90DF-943A-B885-09E687396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C7496-0547-EAD8-E4A4-BFA69135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B0296-4FE7-4A54-9178-78A67FAE9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2EA9D-9EE8-98FB-E43C-19952C0E1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37A6A1-4A8C-83C2-B4D4-B3786077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3C875-49CB-3ECE-CA69-AA313F3B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44B54-E5D2-60F9-0C66-BD786C8E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11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CD01-688C-320E-3CB8-A38F51D5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C53D5-9FCB-8163-8654-07F50A0A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5E88D-C547-7B91-6440-931EA8BD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CEF76-76EF-692B-D273-E3ED823D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5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D48EB-AB51-3409-76F2-0CF657C8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D78A8-4F27-EAB2-A574-91A9609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DB9E-6EA9-8DE7-6805-5F2A4C96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76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6230-527B-727E-F4F8-E409091E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C5F26-6D3D-B902-FE38-BF24BB9E4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0931-72B9-F3E8-DE6F-A3433E20D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483D3-1D7D-AC8D-2EFA-1E676C30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4D7B4-82D3-C892-DF2D-737F9118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3E896-58B0-0100-B6BE-96B4A8D8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555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D297-D966-2060-0E6B-1DFA6E40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45CAF4-E731-F1E1-E209-696BCFD43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780B0-FBCE-A7D1-1068-4202B8792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50C37-1FB9-D5D3-D1F3-762CF6F7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3456A-B783-3D76-7968-BCBCDBBC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5BBE-05AD-0999-A0D8-1DF1E0B9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41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D0E7-1332-9149-FDD0-EBE2D1F4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4B4E6-3E88-BC43-56EA-9EB0083FC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D0D7B-BFC6-7298-8639-51C9B936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B860-E65C-0EA9-7F23-83220367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2ED07-835A-AF42-81D3-7C23773E4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35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518C2-80AF-E7DB-33D5-D8279DD3D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C9C33-9F05-53ED-429D-BFF1B1CC9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48CCD-4A9B-CD63-A521-2AB286F1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86AB-5796-859B-2677-049351AB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F89B-23AB-82DA-5F6E-60EB5F03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239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CF5E7-9D2D-8059-3A3B-03E8F5F0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1A4D7-D1B5-59E9-1C75-EAC58C2B6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398BA-1BDC-6B80-A3B2-39A0AA4E5E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EC19E-C823-465B-937B-7344AD622D26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6191-BC8B-62D1-B431-B380677F4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3A310-B22B-C8BD-EBF5-F69DAB7B4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B9229-4F2C-40C6-87FD-01E0C28F164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30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EC26A-52FD-1788-42E0-BF5FD98BB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600200"/>
            <a:ext cx="6057900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7FA433-66AA-4000-CE79-6CF812671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71675"/>
            <a:ext cx="59817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3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DC439-1E82-F911-9E9A-1E1E0EFC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35" y="722376"/>
            <a:ext cx="9788557" cy="5910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52639-E29D-6019-6F68-399D9FDB5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59" y="2448686"/>
            <a:ext cx="550681" cy="513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D29F9-EAFA-F007-DB53-B294BE270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596" y="4097464"/>
            <a:ext cx="4667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0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26872-51F8-5B02-84BD-25460FA3F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42" y="1057560"/>
            <a:ext cx="4380167" cy="534576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13E2A78-494E-A85A-9A76-88B399A874F0}"/>
              </a:ext>
            </a:extLst>
          </p:cNvPr>
          <p:cNvGrpSpPr/>
          <p:nvPr/>
        </p:nvGrpSpPr>
        <p:grpSpPr>
          <a:xfrm>
            <a:off x="7186332" y="971348"/>
            <a:ext cx="3219312" cy="4100831"/>
            <a:chOff x="6157101" y="438912"/>
            <a:chExt cx="3219312" cy="41008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CF0A9A7-1790-A27F-1CA5-C6EBA6DC7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20350"/>
            <a:stretch>
              <a:fillRect/>
            </a:stretch>
          </p:blipFill>
          <p:spPr>
            <a:xfrm>
              <a:off x="6157101" y="438912"/>
              <a:ext cx="3219312" cy="2811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128821-0DCD-6AF0-0448-5BD9BD01B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3633"/>
            <a:stretch>
              <a:fillRect/>
            </a:stretch>
          </p:blipFill>
          <p:spPr>
            <a:xfrm>
              <a:off x="6421428" y="3347975"/>
              <a:ext cx="1182624" cy="1191768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2AF156E-A7E6-3958-2258-BF9F21D64DE3}"/>
                </a:ext>
              </a:extLst>
            </p:cNvPr>
            <p:cNvSpPr/>
            <p:nvPr/>
          </p:nvSpPr>
          <p:spPr>
            <a:xfrm>
              <a:off x="6952315" y="3198006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5F6ED4-DF4E-5849-A439-BCF3AE75B24F}"/>
              </a:ext>
            </a:extLst>
          </p:cNvPr>
          <p:cNvSpPr txBox="1"/>
          <p:nvPr/>
        </p:nvSpPr>
        <p:spPr>
          <a:xfrm>
            <a:off x="5972743" y="2927232"/>
            <a:ext cx="1329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Mancal de Rolamento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B6D26-87E5-BCE8-7C50-7505E5558943}"/>
              </a:ext>
            </a:extLst>
          </p:cNvPr>
          <p:cNvSpPr txBox="1"/>
          <p:nvPr/>
        </p:nvSpPr>
        <p:spPr>
          <a:xfrm>
            <a:off x="8896171" y="3920847"/>
            <a:ext cx="1840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Suporte do Mancal - Régua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0BBE4-99EF-9FF1-388E-CF72E1E91797}"/>
              </a:ext>
            </a:extLst>
          </p:cNvPr>
          <p:cNvSpPr txBox="1"/>
          <p:nvPr/>
        </p:nvSpPr>
        <p:spPr>
          <a:xfrm>
            <a:off x="5996093" y="3586658"/>
            <a:ext cx="1664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Massa do Suporte e do Mancal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5E223E-1F9A-BDCB-FABB-41C6F2A1CFA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302285" y="3250398"/>
            <a:ext cx="394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1C0F4B-F42F-BA5C-0EBD-A7763CDAC45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8484243" y="4244012"/>
            <a:ext cx="41192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6FDEEA-C0D3-C9C4-E6C9-1CB6E31CD781}"/>
              </a:ext>
            </a:extLst>
          </p:cNvPr>
          <p:cNvCxnSpPr>
            <a:cxnSpLocks/>
          </p:cNvCxnSpPr>
          <p:nvPr/>
        </p:nvCxnSpPr>
        <p:spPr>
          <a:xfrm flipV="1">
            <a:off x="7302285" y="3821248"/>
            <a:ext cx="585263" cy="5319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66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22AC48-FC9B-9B42-371A-CB88295C1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42" y="1057560"/>
            <a:ext cx="4380167" cy="53457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2ED82E-346A-C785-371C-5EE676533CE5}"/>
              </a:ext>
            </a:extLst>
          </p:cNvPr>
          <p:cNvSpPr txBox="1"/>
          <p:nvPr/>
        </p:nvSpPr>
        <p:spPr>
          <a:xfrm>
            <a:off x="7871675" y="5145003"/>
            <a:ext cx="1776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Rigidez do mancal assimétrico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05A291-6B3C-8F9B-79CD-63B20762D376}"/>
              </a:ext>
            </a:extLst>
          </p:cNvPr>
          <p:cNvGrpSpPr/>
          <p:nvPr/>
        </p:nvGrpSpPr>
        <p:grpSpPr>
          <a:xfrm>
            <a:off x="6920886" y="1712997"/>
            <a:ext cx="3219312" cy="3139305"/>
            <a:chOff x="6920886" y="1712997"/>
            <a:chExt cx="3219312" cy="31393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CE7E46D-E5A4-D2C2-578B-B38AF4440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11047"/>
            <a:stretch>
              <a:fillRect/>
            </a:stretch>
          </p:blipFill>
          <p:spPr>
            <a:xfrm>
              <a:off x="6920886" y="1712997"/>
              <a:ext cx="3219312" cy="3139305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878856-0318-E211-330C-FC9E20FB7118}"/>
                </a:ext>
              </a:extLst>
            </p:cNvPr>
            <p:cNvSpPr/>
            <p:nvPr/>
          </p:nvSpPr>
          <p:spPr>
            <a:xfrm>
              <a:off x="7727675" y="3279900"/>
              <a:ext cx="144000" cy="144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C220756-21B1-27F6-C5D1-868B6CC599D8}"/>
                </a:ext>
              </a:extLst>
            </p:cNvPr>
            <p:cNvSpPr/>
            <p:nvPr/>
          </p:nvSpPr>
          <p:spPr>
            <a:xfrm>
              <a:off x="9306821" y="4541453"/>
              <a:ext cx="647407" cy="3108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1E8AB6-143D-CADE-2D9B-0C6BF8961FD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076768" y="2415748"/>
            <a:ext cx="605222" cy="86415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09253A-6624-350E-863C-638200CCE54A}"/>
              </a:ext>
            </a:extLst>
          </p:cNvPr>
          <p:cNvSpPr txBox="1"/>
          <p:nvPr/>
        </p:nvSpPr>
        <p:spPr>
          <a:xfrm>
            <a:off x="6327546" y="1492418"/>
            <a:ext cx="1498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Massa do Suporte e do Mancal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06B7F5-D83C-A575-7F3F-EBF00BB32A58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8218025" y="4132162"/>
            <a:ext cx="542066" cy="10128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15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24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Murillo Álvaro Borges de Sousa</dc:creator>
  <cp:lastModifiedBy>Murillo Álvaro Borges de Sousa</cp:lastModifiedBy>
  <cp:revision>1</cp:revision>
  <dcterms:created xsi:type="dcterms:W3CDTF">2026-09-11T16:52:39Z</dcterms:created>
  <dcterms:modified xsi:type="dcterms:W3CDTF">2026-09-15T12:03:13Z</dcterms:modified>
</cp:coreProperties>
</file>