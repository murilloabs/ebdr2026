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>
        <p:scale>
          <a:sx n="75" d="100"/>
          <a:sy n="75" d="100"/>
        </p:scale>
        <p:origin x="113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9CC63-8DBA-8C18-C982-1B47DC0A9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FF9E8-1B58-2D04-2B29-34C7775A1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B4DAF-6FB4-77C9-9FD9-EF35DA9A1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2955B-3EB3-D4F5-412E-C8A053123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AFF47-FB49-3176-9AE6-5C3D51A42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0299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C6513-9C13-BF7B-64D1-1FD4A829E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BAB7E-24F1-1EC9-4A23-99CBF4429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6714F-1CB0-3726-A833-40FF4AEC0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5A1E-F41F-7223-279C-76388A8B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E9785-3348-E0EC-7A63-7D78D4F01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2769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7A226-31BF-087F-5919-70ABD1CC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50EBA-598F-71B8-62E0-EC241D9BD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DE7E4-BFF6-4A93-D093-38B4BB640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98847-602E-A024-C248-2ED061E18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5C541-7E05-93C1-191C-2D35B57CB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3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69C2-A523-CFA2-66F0-554C6DC4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A82FF-D40E-7D8C-4599-16C75F328A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42FFF4-DF96-E41E-C500-AC34EB058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6B5D68-3658-AE0D-3FAB-0645D54A5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1F0A-2F8B-E2FA-3237-E13E03D6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627474-659C-1794-6D42-ED706F57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7673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95351-0E1B-A183-4D48-D64372A8D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D778F-90DF-943A-B885-09E687396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C7496-0547-EAD8-E4A4-BFA691354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B0296-4FE7-4A54-9178-78A67FAE9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B2EA9D-9EE8-98FB-E43C-19952C0E19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37A6A1-4A8C-83C2-B4D4-B37860775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A3C875-49CB-3ECE-CA69-AA313F3B1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44B54-E5D2-60F9-0C66-BD786C8EC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8115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BCD01-688C-320E-3CB8-A38F51D54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7C53D5-9FCB-8163-8654-07F50A0AF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5E88D-C547-7B91-6440-931EA8BD5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CEF76-76EF-692B-D273-E3ED823DA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351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FD48EB-AB51-3409-76F2-0CF657C8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D78A8-4F27-EAB2-A574-91A96091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DB9E-6EA9-8DE7-6805-5F2A4C961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6760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36230-527B-727E-F4F8-E409091E1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C5F26-6D3D-B902-FE38-BF24BB9E4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040931-72B9-F3E8-DE6F-A3433E20DB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483D3-1D7D-AC8D-2EFA-1E676C30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4D7B4-82D3-C892-DF2D-737F9118E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83E896-58B0-0100-B6BE-96B4A8D8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555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3D297-D966-2060-0E6B-1DFA6E402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45CAF4-E731-F1E1-E209-696BCFD43C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0780B0-FBCE-A7D1-1068-4202B8792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50C37-1FB9-D5D3-D1F3-762CF6F7F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B3456A-B783-3D76-7968-BCBCDBBC9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35BBE-05AD-0999-A0D8-1DF1E0B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5413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D0E7-1332-9149-FDD0-EBE2D1F49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E4B4E6-3E88-BC43-56EA-9EB0083FC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D0D7B-BFC6-7298-8639-51C9B9362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5B860-E65C-0EA9-7F23-83220367F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2ED07-835A-AF42-81D3-7C23773E4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135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2518C2-80AF-E7DB-33D5-D8279DD3D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4C9C33-9F05-53ED-429D-BFF1B1CC9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48CCD-4A9B-CD63-A521-2AB286F12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886AB-5796-859B-2677-049351ABF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F89B-23AB-82DA-5F6E-60EB5F03C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239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CF5E7-9D2D-8059-3A3B-03E8F5F0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1A4D7-D1B5-59E9-1C75-EAC58C2B6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398BA-1BDC-6B80-A3B2-39A0AA4E5E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EC19E-C823-465B-937B-7344AD622D26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6191-BC8B-62D1-B431-B380677F4B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3A310-B22B-C8BD-EBF5-F69DAB7B40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8B9229-4F2C-40C6-87FD-01E0C28F164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9302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1EC26A-52FD-1788-42E0-BF5FD98BB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1600200"/>
            <a:ext cx="6057900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7FA433-66AA-4000-CE79-6CF812671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71675"/>
            <a:ext cx="5981700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33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6DC439-1E82-F911-9E9A-1E1E0EFCC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722376"/>
            <a:ext cx="9788557" cy="59100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252639-E29D-6019-6F68-399D9FDB5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959" y="2448686"/>
            <a:ext cx="550681" cy="513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8D29F9-EAFA-F007-DB53-B294BE270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596" y="4097464"/>
            <a:ext cx="4667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205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426872-51F8-5B02-84BD-25460FA3F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742" y="1057560"/>
            <a:ext cx="4380167" cy="53457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13E2A78-494E-A85A-9A76-88B399A874F0}"/>
              </a:ext>
            </a:extLst>
          </p:cNvPr>
          <p:cNvGrpSpPr/>
          <p:nvPr/>
        </p:nvGrpSpPr>
        <p:grpSpPr>
          <a:xfrm>
            <a:off x="7186332" y="971348"/>
            <a:ext cx="3219312" cy="4100831"/>
            <a:chOff x="6157101" y="438912"/>
            <a:chExt cx="3219312" cy="41008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CF0A9A7-1790-A27F-1CA5-C6EBA6DC7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20350"/>
            <a:stretch>
              <a:fillRect/>
            </a:stretch>
          </p:blipFill>
          <p:spPr>
            <a:xfrm>
              <a:off x="6157101" y="438912"/>
              <a:ext cx="3219312" cy="28110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6128821-0DCD-6AF0-0448-5BD9BD01B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3633"/>
            <a:stretch>
              <a:fillRect/>
            </a:stretch>
          </p:blipFill>
          <p:spPr>
            <a:xfrm>
              <a:off x="6421428" y="3347975"/>
              <a:ext cx="1182624" cy="1191768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AF156E-A7E6-3958-2258-BF9F21D64DE3}"/>
                </a:ext>
              </a:extLst>
            </p:cNvPr>
            <p:cNvSpPr/>
            <p:nvPr/>
          </p:nvSpPr>
          <p:spPr>
            <a:xfrm>
              <a:off x="6952315" y="3198006"/>
              <a:ext cx="144000" cy="1440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D5F6ED4-DF4E-5849-A439-BCF3AE75B24F}"/>
              </a:ext>
            </a:extLst>
          </p:cNvPr>
          <p:cNvSpPr txBox="1"/>
          <p:nvPr/>
        </p:nvSpPr>
        <p:spPr>
          <a:xfrm>
            <a:off x="5972743" y="2927232"/>
            <a:ext cx="1329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Mancal de Rolamento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B6D26-87E5-BCE8-7C50-7505E5558943}"/>
              </a:ext>
            </a:extLst>
          </p:cNvPr>
          <p:cNvSpPr txBox="1"/>
          <p:nvPr/>
        </p:nvSpPr>
        <p:spPr>
          <a:xfrm>
            <a:off x="8896171" y="3920847"/>
            <a:ext cx="18403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Suporte do Mancal - Régua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0BBE4-99EF-9FF1-388E-CF72E1E91797}"/>
              </a:ext>
            </a:extLst>
          </p:cNvPr>
          <p:cNvSpPr txBox="1"/>
          <p:nvPr/>
        </p:nvSpPr>
        <p:spPr>
          <a:xfrm>
            <a:off x="5996093" y="3586658"/>
            <a:ext cx="1664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Massa do Suporte e do Mancal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5E223E-1F9A-BDCB-FABB-41C6F2A1CFA2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302285" y="3250398"/>
            <a:ext cx="394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91C0F4B-F42F-BA5C-0EBD-A7763CDAC451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8484243" y="4244012"/>
            <a:ext cx="41192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6FDEEA-C0D3-C9C4-E6C9-1CB6E31CD781}"/>
              </a:ext>
            </a:extLst>
          </p:cNvPr>
          <p:cNvCxnSpPr>
            <a:cxnSpLocks/>
          </p:cNvCxnSpPr>
          <p:nvPr/>
        </p:nvCxnSpPr>
        <p:spPr>
          <a:xfrm flipV="1">
            <a:off x="7302285" y="3821248"/>
            <a:ext cx="585263" cy="5319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9667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14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</cp:revision>
  <dcterms:created xsi:type="dcterms:W3CDTF">2026-09-11T16:52:39Z</dcterms:created>
  <dcterms:modified xsi:type="dcterms:W3CDTF">2026-09-11T21:04:48Z</dcterms:modified>
</cp:coreProperties>
</file>