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62" r:id="rId2"/>
  </p:sldIdLst>
  <p:sldSz cx="30275213" cy="42803763"/>
  <p:notesSz cx="42803763" cy="3027521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CB60"/>
    <a:srgbClr val="AC0B09"/>
    <a:srgbClr val="FFD5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33" d="100"/>
          <a:sy n="33" d="100"/>
        </p:scale>
        <p:origin x="906" y="-9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rillo Álvaro Borges de Sousa" userId="02386067-c46f-46e6-bf61-8f6a774af0e5" providerId="ADAL" clId="{73C3FE35-BF7E-418C-A7F8-FA0AB4F63A6B}"/>
    <pc:docChg chg="undo redo custSel modSld">
      <pc:chgData name="Murillo Álvaro Borges de Sousa" userId="02386067-c46f-46e6-bf61-8f6a774af0e5" providerId="ADAL" clId="{73C3FE35-BF7E-418C-A7F8-FA0AB4F63A6B}" dt="2026-09-14T12:41:43.369" v="1650" actId="20577"/>
      <pc:docMkLst>
        <pc:docMk/>
      </pc:docMkLst>
      <pc:sldChg chg="addSp delSp modSp mod">
        <pc:chgData name="Murillo Álvaro Borges de Sousa" userId="02386067-c46f-46e6-bf61-8f6a774af0e5" providerId="ADAL" clId="{73C3FE35-BF7E-418C-A7F8-FA0AB4F63A6B}" dt="2026-09-14T12:41:43.369" v="1650" actId="20577"/>
        <pc:sldMkLst>
          <pc:docMk/>
          <pc:sldMk cId="2488377188" sldId="262"/>
        </pc:sldMkLst>
        <pc:spChg chg="add mod">
          <ac:chgData name="Murillo Álvaro Borges de Sousa" userId="02386067-c46f-46e6-bf61-8f6a774af0e5" providerId="ADAL" clId="{73C3FE35-BF7E-418C-A7F8-FA0AB4F63A6B}" dt="2026-09-12T14:08:33.355" v="1647" actId="20577"/>
          <ac:spMkLst>
            <pc:docMk/>
            <pc:sldMk cId="2488377188" sldId="262"/>
            <ac:spMk id="6" creationId="{B07B586D-7C30-925C-591D-B913E8DBD48F}"/>
          </ac:spMkLst>
        </pc:spChg>
        <pc:spChg chg="add mod">
          <ac:chgData name="Murillo Álvaro Borges de Sousa" userId="02386067-c46f-46e6-bf61-8f6a774af0e5" providerId="ADAL" clId="{73C3FE35-BF7E-418C-A7F8-FA0AB4F63A6B}" dt="2026-09-12T14:06:26.674" v="1637" actId="1035"/>
          <ac:spMkLst>
            <pc:docMk/>
            <pc:sldMk cId="2488377188" sldId="262"/>
            <ac:spMk id="15" creationId="{30DF04E5-7708-D021-95A7-09507C050405}"/>
          </ac:spMkLst>
        </pc:spChg>
        <pc:spChg chg="add mod">
          <ac:chgData name="Murillo Álvaro Borges de Sousa" userId="02386067-c46f-46e6-bf61-8f6a774af0e5" providerId="ADAL" clId="{73C3FE35-BF7E-418C-A7F8-FA0AB4F63A6B}" dt="2026-09-12T14:06:20.026" v="1630" actId="1035"/>
          <ac:spMkLst>
            <pc:docMk/>
            <pc:sldMk cId="2488377188" sldId="262"/>
            <ac:spMk id="18" creationId="{1062DB0F-F91F-3D35-250E-CDE94AF5747C}"/>
          </ac:spMkLst>
        </pc:spChg>
        <pc:spChg chg="mod">
          <ac:chgData name="Murillo Álvaro Borges de Sousa" userId="02386067-c46f-46e6-bf61-8f6a774af0e5" providerId="ADAL" clId="{73C3FE35-BF7E-418C-A7F8-FA0AB4F63A6B}" dt="2026-09-14T12:41:43.369" v="1650" actId="20577"/>
          <ac:spMkLst>
            <pc:docMk/>
            <pc:sldMk cId="2488377188" sldId="262"/>
            <ac:spMk id="39" creationId="{9A36EE94-08BE-97CD-654D-AABF744A7ECB}"/>
          </ac:spMkLst>
        </pc:spChg>
        <pc:spChg chg="mod">
          <ac:chgData name="Murillo Álvaro Borges de Sousa" userId="02386067-c46f-46e6-bf61-8f6a774af0e5" providerId="ADAL" clId="{73C3FE35-BF7E-418C-A7F8-FA0AB4F63A6B}" dt="2026-09-12T14:06:20.026" v="1630" actId="1035"/>
          <ac:spMkLst>
            <pc:docMk/>
            <pc:sldMk cId="2488377188" sldId="262"/>
            <ac:spMk id="41" creationId="{472BA927-11BC-E815-4532-E8C1C907F6A0}"/>
          </ac:spMkLst>
        </pc:spChg>
        <pc:spChg chg="mod">
          <ac:chgData name="Murillo Álvaro Borges de Sousa" userId="02386067-c46f-46e6-bf61-8f6a774af0e5" providerId="ADAL" clId="{73C3FE35-BF7E-418C-A7F8-FA0AB4F63A6B}" dt="2026-09-12T14:06:38.082" v="1642" actId="1035"/>
          <ac:spMkLst>
            <pc:docMk/>
            <pc:sldMk cId="2488377188" sldId="262"/>
            <ac:spMk id="42" creationId="{A9D9577B-7538-4BCC-D5FA-C37550B0FEC2}"/>
          </ac:spMkLst>
        </pc:spChg>
        <pc:spChg chg="mod">
          <ac:chgData name="Murillo Álvaro Borges de Sousa" userId="02386067-c46f-46e6-bf61-8f6a774af0e5" providerId="ADAL" clId="{73C3FE35-BF7E-418C-A7F8-FA0AB4F63A6B}" dt="2026-09-12T13:32:12.354" v="809" actId="1036"/>
          <ac:spMkLst>
            <pc:docMk/>
            <pc:sldMk cId="2488377188" sldId="262"/>
            <ac:spMk id="43" creationId="{0FB7C7B3-E7E8-C735-2B3E-56B37967F5B3}"/>
          </ac:spMkLst>
        </pc:spChg>
        <pc:spChg chg="mod">
          <ac:chgData name="Murillo Álvaro Borges de Sousa" userId="02386067-c46f-46e6-bf61-8f6a774af0e5" providerId="ADAL" clId="{73C3FE35-BF7E-418C-A7F8-FA0AB4F63A6B}" dt="2026-09-12T13:32:05.027" v="802" actId="1035"/>
          <ac:spMkLst>
            <pc:docMk/>
            <pc:sldMk cId="2488377188" sldId="262"/>
            <ac:spMk id="44" creationId="{146B29CA-D357-3BFB-9377-4F21937DF192}"/>
          </ac:spMkLst>
        </pc:spChg>
        <pc:spChg chg="mod">
          <ac:chgData name="Murillo Álvaro Borges de Sousa" userId="02386067-c46f-46e6-bf61-8f6a774af0e5" providerId="ADAL" clId="{73C3FE35-BF7E-418C-A7F8-FA0AB4F63A6B}" dt="2026-09-12T13:31:52.435" v="788" actId="1036"/>
          <ac:spMkLst>
            <pc:docMk/>
            <pc:sldMk cId="2488377188" sldId="262"/>
            <ac:spMk id="45" creationId="{A24E5000-292A-B8FA-DFAD-D15F906012EE}"/>
          </ac:spMkLst>
        </pc:spChg>
        <pc:spChg chg="mod">
          <ac:chgData name="Murillo Álvaro Borges de Sousa" userId="02386067-c46f-46e6-bf61-8f6a774af0e5" providerId="ADAL" clId="{73C3FE35-BF7E-418C-A7F8-FA0AB4F63A6B}" dt="2026-09-12T14:06:13.498" v="1622" actId="1035"/>
          <ac:spMkLst>
            <pc:docMk/>
            <pc:sldMk cId="2488377188" sldId="262"/>
            <ac:spMk id="46" creationId="{B70637FD-856D-C141-376B-F76A8B43C93D}"/>
          </ac:spMkLst>
        </pc:spChg>
        <pc:spChg chg="mod">
          <ac:chgData name="Murillo Álvaro Borges de Sousa" userId="02386067-c46f-46e6-bf61-8f6a774af0e5" providerId="ADAL" clId="{73C3FE35-BF7E-418C-A7F8-FA0AB4F63A6B}" dt="2026-09-12T14:05:30.923" v="1617" actId="20577"/>
          <ac:spMkLst>
            <pc:docMk/>
            <pc:sldMk cId="2488377188" sldId="262"/>
            <ac:spMk id="48" creationId="{8AA2A690-00C1-4D73-12C7-31FC3A890B30}"/>
          </ac:spMkLst>
        </pc:spChg>
        <pc:spChg chg="mod">
          <ac:chgData name="Murillo Álvaro Borges de Sousa" userId="02386067-c46f-46e6-bf61-8f6a774af0e5" providerId="ADAL" clId="{73C3FE35-BF7E-418C-A7F8-FA0AB4F63A6B}" dt="2026-09-12T14:06:38.082" v="1642" actId="1035"/>
          <ac:spMkLst>
            <pc:docMk/>
            <pc:sldMk cId="2488377188" sldId="262"/>
            <ac:spMk id="49" creationId="{14790978-A3EA-6C15-D8FC-F0B73DD56255}"/>
          </ac:spMkLst>
        </pc:spChg>
        <pc:spChg chg="mod">
          <ac:chgData name="Murillo Álvaro Borges de Sousa" userId="02386067-c46f-46e6-bf61-8f6a774af0e5" providerId="ADAL" clId="{73C3FE35-BF7E-418C-A7F8-FA0AB4F63A6B}" dt="2026-09-12T14:06:26.674" v="1637" actId="1035"/>
          <ac:spMkLst>
            <pc:docMk/>
            <pc:sldMk cId="2488377188" sldId="262"/>
            <ac:spMk id="52" creationId="{C8E2B44B-4097-606C-9FC1-214A365E0E5E}"/>
          </ac:spMkLst>
        </pc:spChg>
        <pc:spChg chg="mod">
          <ac:chgData name="Murillo Álvaro Borges de Sousa" userId="02386067-c46f-46e6-bf61-8f6a774af0e5" providerId="ADAL" clId="{73C3FE35-BF7E-418C-A7F8-FA0AB4F63A6B}" dt="2026-09-12T13:32:12.354" v="809" actId="1036"/>
          <ac:spMkLst>
            <pc:docMk/>
            <pc:sldMk cId="2488377188" sldId="262"/>
            <ac:spMk id="53" creationId="{A26A641E-6C92-4DDA-7A91-BC3B79A69304}"/>
          </ac:spMkLst>
        </pc:spChg>
        <pc:spChg chg="mod">
          <ac:chgData name="Murillo Álvaro Borges de Sousa" userId="02386067-c46f-46e6-bf61-8f6a774af0e5" providerId="ADAL" clId="{73C3FE35-BF7E-418C-A7F8-FA0AB4F63A6B}" dt="2026-09-12T14:05:48" v="1618" actId="1076"/>
          <ac:spMkLst>
            <pc:docMk/>
            <pc:sldMk cId="2488377188" sldId="262"/>
            <ac:spMk id="54" creationId="{9FAAD44E-80F4-FAAA-54D2-782E84579A33}"/>
          </ac:spMkLst>
        </pc:spChg>
        <pc:spChg chg="mod">
          <ac:chgData name="Murillo Álvaro Borges de Sousa" userId="02386067-c46f-46e6-bf61-8f6a774af0e5" providerId="ADAL" clId="{73C3FE35-BF7E-418C-A7F8-FA0AB4F63A6B}" dt="2026-09-12T13:31:52.435" v="788" actId="1036"/>
          <ac:spMkLst>
            <pc:docMk/>
            <pc:sldMk cId="2488377188" sldId="262"/>
            <ac:spMk id="55" creationId="{846B52B7-FCC4-4501-5AB6-8AF5E4272F50}"/>
          </ac:spMkLst>
        </pc:spChg>
        <pc:spChg chg="add mod">
          <ac:chgData name="Murillo Álvaro Borges de Sousa" userId="02386067-c46f-46e6-bf61-8f6a774af0e5" providerId="ADAL" clId="{73C3FE35-BF7E-418C-A7F8-FA0AB4F63A6B}" dt="2026-09-12T14:06:20.026" v="1630" actId="1035"/>
          <ac:spMkLst>
            <pc:docMk/>
            <pc:sldMk cId="2488377188" sldId="262"/>
            <ac:spMk id="63" creationId="{A3639DA0-7E68-03FE-ECD2-4865EBBDF152}"/>
          </ac:spMkLst>
        </pc:spChg>
        <pc:spChg chg="add mod">
          <ac:chgData name="Murillo Álvaro Borges de Sousa" userId="02386067-c46f-46e6-bf61-8f6a774af0e5" providerId="ADAL" clId="{73C3FE35-BF7E-418C-A7F8-FA0AB4F63A6B}" dt="2026-09-12T14:06:20.026" v="1630" actId="1035"/>
          <ac:spMkLst>
            <pc:docMk/>
            <pc:sldMk cId="2488377188" sldId="262"/>
            <ac:spMk id="71" creationId="{E62DAE22-7EFA-778F-67A2-98E9AC3ADDED}"/>
          </ac:spMkLst>
        </pc:spChg>
        <pc:spChg chg="add mod">
          <ac:chgData name="Murillo Álvaro Borges de Sousa" userId="02386067-c46f-46e6-bf61-8f6a774af0e5" providerId="ADAL" clId="{73C3FE35-BF7E-418C-A7F8-FA0AB4F63A6B}" dt="2026-09-12T14:07:50.767" v="1643" actId="14100"/>
          <ac:spMkLst>
            <pc:docMk/>
            <pc:sldMk cId="2488377188" sldId="262"/>
            <ac:spMk id="80" creationId="{2F69CAF1-A0DF-4CB7-B8AD-05900DA0A16F}"/>
          </ac:spMkLst>
        </pc:spChg>
        <pc:picChg chg="add mod ord modCrop">
          <ac:chgData name="Murillo Álvaro Borges de Sousa" userId="02386067-c46f-46e6-bf61-8f6a774af0e5" providerId="ADAL" clId="{73C3FE35-BF7E-418C-A7F8-FA0AB4F63A6B}" dt="2026-09-12T14:08:20.339" v="1645" actId="167"/>
          <ac:picMkLst>
            <pc:docMk/>
            <pc:sldMk cId="2488377188" sldId="262"/>
            <ac:picMk id="3" creationId="{74C3CB7B-012C-12B3-AA0E-E0208778163F}"/>
          </ac:picMkLst>
        </pc:picChg>
        <pc:picChg chg="add mod">
          <ac:chgData name="Murillo Álvaro Borges de Sousa" userId="02386067-c46f-46e6-bf61-8f6a774af0e5" providerId="ADAL" clId="{73C3FE35-BF7E-418C-A7F8-FA0AB4F63A6B}" dt="2026-09-12T14:06:34.791" v="1640" actId="1076"/>
          <ac:picMkLst>
            <pc:docMk/>
            <pc:sldMk cId="2488377188" sldId="262"/>
            <ac:picMk id="8" creationId="{35FCE507-4595-A42B-CAB3-0564D98C38BA}"/>
          </ac:picMkLst>
        </pc:picChg>
        <pc:picChg chg="add mod">
          <ac:chgData name="Murillo Álvaro Borges de Sousa" userId="02386067-c46f-46e6-bf61-8f6a774af0e5" providerId="ADAL" clId="{73C3FE35-BF7E-418C-A7F8-FA0AB4F63A6B}" dt="2026-09-12T14:06:20.026" v="1630" actId="1035"/>
          <ac:picMkLst>
            <pc:docMk/>
            <pc:sldMk cId="2488377188" sldId="262"/>
            <ac:picMk id="38" creationId="{672499FE-A731-7A61-C51C-5A85664CBBAF}"/>
          </ac:picMkLst>
        </pc:picChg>
        <pc:picChg chg="add mod">
          <ac:chgData name="Murillo Álvaro Borges de Sousa" userId="02386067-c46f-46e6-bf61-8f6a774af0e5" providerId="ADAL" clId="{73C3FE35-BF7E-418C-A7F8-FA0AB4F63A6B}" dt="2026-09-12T14:06:20.026" v="1630" actId="1035"/>
          <ac:picMkLst>
            <pc:docMk/>
            <pc:sldMk cId="2488377188" sldId="262"/>
            <ac:picMk id="67" creationId="{7B4263E7-CC71-D9C9-B012-C711CD4AF9CC}"/>
          </ac:picMkLst>
        </pc:picChg>
        <pc:picChg chg="add mod">
          <ac:chgData name="Murillo Álvaro Borges de Sousa" userId="02386067-c46f-46e6-bf61-8f6a774af0e5" providerId="ADAL" clId="{73C3FE35-BF7E-418C-A7F8-FA0AB4F63A6B}" dt="2026-09-12T14:06:20.026" v="1630" actId="1035"/>
          <ac:picMkLst>
            <pc:docMk/>
            <pc:sldMk cId="2488377188" sldId="262"/>
            <ac:picMk id="75" creationId="{D4AF1927-5DE9-30CC-8902-B2B201854523}"/>
          </ac:picMkLst>
        </pc:picChg>
        <pc:cxnChg chg="add mod">
          <ac:chgData name="Murillo Álvaro Borges de Sousa" userId="02386067-c46f-46e6-bf61-8f6a774af0e5" providerId="ADAL" clId="{73C3FE35-BF7E-418C-A7F8-FA0AB4F63A6B}" dt="2026-09-12T14:06:26.674" v="1637" actId="1035"/>
          <ac:cxnSpMkLst>
            <pc:docMk/>
            <pc:sldMk cId="2488377188" sldId="262"/>
            <ac:cxnSpMk id="16" creationId="{34B144F0-CCA4-EF6D-0C25-B51881D2CDFD}"/>
          </ac:cxnSpMkLst>
        </pc:cxnChg>
        <pc:cxnChg chg="mod">
          <ac:chgData name="Murillo Álvaro Borges de Sousa" userId="02386067-c46f-46e6-bf61-8f6a774af0e5" providerId="ADAL" clId="{73C3FE35-BF7E-418C-A7F8-FA0AB4F63A6B}" dt="2026-09-12T14:06:38.082" v="1642" actId="1035"/>
          <ac:cxnSpMkLst>
            <pc:docMk/>
            <pc:sldMk cId="2488377188" sldId="262"/>
            <ac:cxnSpMk id="57" creationId="{061E6290-FAA2-D8B3-184D-925ED9983344}"/>
          </ac:cxnSpMkLst>
        </pc:cxnChg>
        <pc:cxnChg chg="mod">
          <ac:chgData name="Murillo Álvaro Borges de Sousa" userId="02386067-c46f-46e6-bf61-8f6a774af0e5" providerId="ADAL" clId="{73C3FE35-BF7E-418C-A7F8-FA0AB4F63A6B}" dt="2026-09-12T14:06:20.026" v="1630" actId="1035"/>
          <ac:cxnSpMkLst>
            <pc:docMk/>
            <pc:sldMk cId="2488377188" sldId="262"/>
            <ac:cxnSpMk id="58" creationId="{CFD2684D-9C33-19BB-1CAF-2A92570C4A9D}"/>
          </ac:cxnSpMkLst>
        </pc:cxnChg>
        <pc:cxnChg chg="mod">
          <ac:chgData name="Murillo Álvaro Borges de Sousa" userId="02386067-c46f-46e6-bf61-8f6a774af0e5" providerId="ADAL" clId="{73C3FE35-BF7E-418C-A7F8-FA0AB4F63A6B}" dt="2026-09-12T13:32:12.354" v="809" actId="1036"/>
          <ac:cxnSpMkLst>
            <pc:docMk/>
            <pc:sldMk cId="2488377188" sldId="262"/>
            <ac:cxnSpMk id="59" creationId="{F94CA103-66AB-C035-216D-BFE27B07C7DE}"/>
          </ac:cxnSpMkLst>
        </pc:cxnChg>
        <pc:cxnChg chg="mod">
          <ac:chgData name="Murillo Álvaro Borges de Sousa" userId="02386067-c46f-46e6-bf61-8f6a774af0e5" providerId="ADAL" clId="{73C3FE35-BF7E-418C-A7F8-FA0AB4F63A6B}" dt="2026-09-12T13:32:05.027" v="802" actId="1035"/>
          <ac:cxnSpMkLst>
            <pc:docMk/>
            <pc:sldMk cId="2488377188" sldId="262"/>
            <ac:cxnSpMk id="60" creationId="{BF153CFA-AF97-6681-576F-ADE2A0B38D58}"/>
          </ac:cxnSpMkLst>
        </pc:cxnChg>
        <pc:cxnChg chg="mod">
          <ac:chgData name="Murillo Álvaro Borges de Sousa" userId="02386067-c46f-46e6-bf61-8f6a774af0e5" providerId="ADAL" clId="{73C3FE35-BF7E-418C-A7F8-FA0AB4F63A6B}" dt="2026-09-12T13:31:52.435" v="788" actId="1036"/>
          <ac:cxnSpMkLst>
            <pc:docMk/>
            <pc:sldMk cId="2488377188" sldId="262"/>
            <ac:cxnSpMk id="61" creationId="{72DF7A68-8A2F-C627-B88F-72EBA16D5FD9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216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3C1A0-D4EE-3F44-0ABE-CDFE78E58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527582-2BA3-1A1F-653B-659DA70758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B0253A-1176-2E88-B2B2-D3DC6B9970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9675C-D133-00EC-9890-E801ED96D1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5905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sv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A9275-9C46-9D76-98D4-E088D818E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C3CB7B-012C-12B3-AA0E-E0208778163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222" r="4930"/>
          <a:stretch>
            <a:fillRect/>
          </a:stretch>
        </p:blipFill>
        <p:spPr>
          <a:xfrm>
            <a:off x="15660266" y="13528869"/>
            <a:ext cx="13672122" cy="7822027"/>
          </a:xfrm>
          <a:prstGeom prst="rect">
            <a:avLst/>
          </a:prstGeom>
        </p:spPr>
      </p:pic>
      <p:sp>
        <p:nvSpPr>
          <p:cNvPr id="4" name="Shape 2">
            <a:extLst>
              <a:ext uri="{FF2B5EF4-FFF2-40B4-BE49-F238E27FC236}">
                <a16:creationId xmlns:a16="http://schemas.microsoft.com/office/drawing/2014/main" id="{1B526C61-C3C0-D0EC-66EB-A4D720E59EA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6199" y="39251108"/>
            <a:ext cx="30275213" cy="0"/>
          </a:xfrm>
          <a:prstGeom prst="line">
            <a:avLst/>
          </a:prstGeom>
          <a:noFill/>
          <a:ln w="12700">
            <a:solidFill>
              <a:srgbClr val="FFD54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9A36EE94-08BE-97CD-654D-AABF744A7ECB}"/>
              </a:ext>
            </a:extLst>
          </p:cNvPr>
          <p:cNvSpPr txBox="1"/>
          <p:nvPr/>
        </p:nvSpPr>
        <p:spPr>
          <a:xfrm>
            <a:off x="0" y="6167631"/>
            <a:ext cx="30275212" cy="28477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pt-BR" sz="5600" b="1" noProof="0">
                <a:latin typeface="+mj-lt"/>
                <a:cs typeface="Arial" panose="020B0604020202020204" pitchFamily="34" charset="0"/>
              </a:rPr>
              <a:t>ACOPLAMENTO DINÂMICO DE ROTORES ENGRENADOS</a:t>
            </a:r>
            <a:endParaRPr lang="pt-BR" sz="5600" b="1" noProof="0" dirty="0">
              <a:latin typeface="+mj-lt"/>
              <a:cs typeface="Arial" panose="020B0604020202020204" pitchFamily="34" charset="0"/>
            </a:endParaRPr>
          </a:p>
          <a:p>
            <a:pPr algn="ctr">
              <a:lnSpc>
                <a:spcPct val="120000"/>
              </a:lnSpc>
            </a:pPr>
            <a:r>
              <a:rPr lang="pt-BR" sz="3200" noProof="0" dirty="0">
                <a:latin typeface="+mj-lt"/>
                <a:cs typeface="Arial" panose="020B0604020202020204" pitchFamily="34" charset="0"/>
              </a:rPr>
              <a:t>Murillo </a:t>
            </a:r>
            <a:r>
              <a:rPr lang="pt-BR" sz="3200" noProof="0" dirty="0" err="1">
                <a:latin typeface="+mj-lt"/>
                <a:cs typeface="Arial" panose="020B0604020202020204" pitchFamily="34" charset="0"/>
              </a:rPr>
              <a:t>Alvaro</a:t>
            </a:r>
            <a:r>
              <a:rPr lang="pt-BR" sz="3200" noProof="0" dirty="0">
                <a:latin typeface="+mj-lt"/>
                <a:cs typeface="Arial" panose="020B0604020202020204" pitchFamily="34" charset="0"/>
              </a:rPr>
              <a:t> Borges de Sousa</a:t>
            </a:r>
            <a:r>
              <a:rPr lang="pt-BR" sz="3200" baseline="30000" noProof="0" dirty="0">
                <a:latin typeface="+mj-lt"/>
                <a:cs typeface="Arial" panose="020B0604020202020204" pitchFamily="34" charset="0"/>
              </a:rPr>
              <a:t>1</a:t>
            </a:r>
            <a:r>
              <a:rPr lang="pt-BR" sz="3200" noProof="0" dirty="0">
                <a:latin typeface="+mj-lt"/>
                <a:cs typeface="Arial" panose="020B0604020202020204" pitchFamily="34" charset="0"/>
              </a:rPr>
              <a:t>, </a:t>
            </a:r>
            <a:r>
              <a:rPr lang="pt-BR" sz="3200" dirty="0"/>
              <a:t>Jessica Guarato de Freitas Santos</a:t>
            </a:r>
            <a:r>
              <a:rPr lang="pt-BR" sz="3200" baseline="30000" dirty="0">
                <a:cs typeface="Arial" panose="020B0604020202020204" pitchFamily="34" charset="0"/>
              </a:rPr>
              <a:t>1</a:t>
            </a:r>
            <a:r>
              <a:rPr lang="pt-BR" sz="3200" dirty="0">
                <a:cs typeface="Arial" panose="020B0604020202020204" pitchFamily="34" charset="0"/>
              </a:rPr>
              <a:t>, </a:t>
            </a:r>
            <a:r>
              <a:rPr lang="pt-BR" sz="3200" dirty="0"/>
              <a:t>Aldemir Aparecido Cavallini Jr.</a:t>
            </a:r>
            <a:r>
              <a:rPr lang="pt-BR" sz="3200" baseline="30000" dirty="0">
                <a:cs typeface="Arial" panose="020B0604020202020204" pitchFamily="34" charset="0"/>
              </a:rPr>
              <a:t>1</a:t>
            </a:r>
            <a:r>
              <a:rPr lang="pt-BR" sz="3200" dirty="0">
                <a:cs typeface="Arial" panose="020B0604020202020204" pitchFamily="34" charset="0"/>
              </a:rPr>
              <a:t>, </a:t>
            </a:r>
            <a:r>
              <a:rPr lang="pt-BR" sz="3200" dirty="0"/>
              <a:t>Valder Steffen Jr.</a:t>
            </a:r>
            <a:r>
              <a:rPr lang="pt-BR" sz="3200" baseline="30000" dirty="0">
                <a:cs typeface="Arial" panose="020B0604020202020204" pitchFamily="34" charset="0"/>
              </a:rPr>
              <a:t>1</a:t>
            </a:r>
            <a:r>
              <a:rPr lang="pt-BR" sz="3200" dirty="0">
                <a:cs typeface="Arial" panose="020B0604020202020204" pitchFamily="34" charset="0"/>
              </a:rPr>
              <a:t>,</a:t>
            </a:r>
            <a:endParaRPr lang="pt-BR" sz="3200" noProof="0" dirty="0">
              <a:latin typeface="+mj-lt"/>
              <a:cs typeface="Arial" panose="020B0604020202020204" pitchFamily="34" charset="0"/>
            </a:endParaRPr>
          </a:p>
          <a:p>
            <a:pPr algn="ctr">
              <a:lnSpc>
                <a:spcPct val="120000"/>
              </a:lnSpc>
            </a:pPr>
            <a:r>
              <a:rPr lang="pt-BR" sz="3200" baseline="30000" noProof="0" dirty="0">
                <a:latin typeface="+mj-lt"/>
                <a:cs typeface="Arial" panose="020B0604020202020204" pitchFamily="34" charset="0"/>
              </a:rPr>
              <a:t>1</a:t>
            </a:r>
            <a:r>
              <a:rPr lang="pt-BR" sz="3200" dirty="0"/>
              <a:t> Universidade Federal de Uberlândia (UFU)- Av. João Naves de Ávila, 2121- Santa Mônica, Uberlândia- MG, 38408-100</a:t>
            </a:r>
            <a:endParaRPr lang="pt-BR" sz="3200" dirty="0">
              <a:latin typeface="+mj-lt"/>
              <a:cs typeface="Arial" panose="020B0604020202020204" pitchFamily="34" charset="0"/>
            </a:endParaRPr>
          </a:p>
          <a:p>
            <a:pPr algn="ctr">
              <a:lnSpc>
                <a:spcPct val="120000"/>
              </a:lnSpc>
            </a:pPr>
            <a:r>
              <a:rPr lang="pt-BR" sz="3200" dirty="0"/>
              <a:t>murilloabs@ufu.br; jessica.guarato@ufu.br; aacjunior@ufu.br; vsteffen@ufu.br</a:t>
            </a:r>
            <a:endParaRPr lang="pt-BR" sz="3200" noProof="0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09985A76-362C-D057-42E8-C4125FB33EDB}"/>
              </a:ext>
            </a:extLst>
          </p:cNvPr>
          <p:cNvSpPr txBox="1"/>
          <p:nvPr/>
        </p:nvSpPr>
        <p:spPr>
          <a:xfrm>
            <a:off x="840664" y="9269178"/>
            <a:ext cx="13876444" cy="7394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n-US" sz="4205" b="1" dirty="0">
                <a:solidFill>
                  <a:srgbClr val="AC0B09"/>
                </a:solidFill>
                <a:latin typeface="+mj-lt"/>
                <a:cs typeface="Arial" panose="020B0604020202020204" pitchFamily="34" charset="0"/>
              </a:rPr>
              <a:t>INTRODUÇÃO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472BA927-11BC-E815-4532-E8C1C907F6A0}"/>
              </a:ext>
            </a:extLst>
          </p:cNvPr>
          <p:cNvSpPr txBox="1"/>
          <p:nvPr/>
        </p:nvSpPr>
        <p:spPr>
          <a:xfrm>
            <a:off x="840664" y="13546285"/>
            <a:ext cx="13876444" cy="7394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n-US" sz="4205" b="1" dirty="0">
                <a:solidFill>
                  <a:srgbClr val="C00000"/>
                </a:solidFill>
                <a:latin typeface="+mj-lt"/>
                <a:cs typeface="Arial" panose="020B0604020202020204" pitchFamily="34" charset="0"/>
              </a:rPr>
              <a:t>FUNDAMENTAÇÃO TEÓRICA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A9D9577B-7538-4BCC-D5FA-C37550B0FEC2}"/>
              </a:ext>
            </a:extLst>
          </p:cNvPr>
          <p:cNvSpPr txBox="1"/>
          <p:nvPr/>
        </p:nvSpPr>
        <p:spPr>
          <a:xfrm>
            <a:off x="840664" y="36918012"/>
            <a:ext cx="13876444" cy="7394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n-US" sz="4205" b="1" dirty="0">
                <a:solidFill>
                  <a:srgbClr val="AC0B09"/>
                </a:solidFill>
                <a:latin typeface="+mj-lt"/>
                <a:cs typeface="Arial" panose="020B0604020202020204" pitchFamily="34" charset="0"/>
              </a:rPr>
              <a:t>RESULTADOS E DISCUSSÃO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0FB7C7B3-E7E8-C735-2B3E-56B37967F5B3}"/>
              </a:ext>
            </a:extLst>
          </p:cNvPr>
          <p:cNvSpPr txBox="1"/>
          <p:nvPr/>
        </p:nvSpPr>
        <p:spPr>
          <a:xfrm>
            <a:off x="15541329" y="21636645"/>
            <a:ext cx="13876444" cy="7394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n-US" sz="4205" b="1" dirty="0">
                <a:solidFill>
                  <a:srgbClr val="C00000"/>
                </a:solidFill>
                <a:latin typeface="+mj-lt"/>
                <a:cs typeface="Arial" panose="020B0604020202020204" pitchFamily="34" charset="0"/>
              </a:rPr>
              <a:t>CONCLUSÃO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146B29CA-D357-3BFB-9377-4F21937DF192}"/>
              </a:ext>
            </a:extLst>
          </p:cNvPr>
          <p:cNvSpPr txBox="1"/>
          <p:nvPr/>
        </p:nvSpPr>
        <p:spPr>
          <a:xfrm>
            <a:off x="15541329" y="25268854"/>
            <a:ext cx="13876444" cy="7394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n-US" sz="4205" b="1" dirty="0">
                <a:solidFill>
                  <a:srgbClr val="C00000"/>
                </a:solidFill>
                <a:latin typeface="+mj-lt"/>
                <a:cs typeface="Arial" panose="020B0604020202020204" pitchFamily="34" charset="0"/>
              </a:rPr>
              <a:t>AGRADECIMENTOS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A24E5000-292A-B8FA-DFAD-D15F906012EE}"/>
              </a:ext>
            </a:extLst>
          </p:cNvPr>
          <p:cNvSpPr txBox="1"/>
          <p:nvPr/>
        </p:nvSpPr>
        <p:spPr>
          <a:xfrm>
            <a:off x="15541329" y="27578734"/>
            <a:ext cx="13876444" cy="7394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n-US" sz="4205" b="1" dirty="0">
                <a:solidFill>
                  <a:srgbClr val="C00000"/>
                </a:solidFill>
                <a:latin typeface="+mj-lt"/>
                <a:cs typeface="Arial" panose="020B0604020202020204" pitchFamily="34" charset="0"/>
              </a:rPr>
              <a:t>REFERÊNCIAS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B70637FD-856D-C141-376B-F76A8B43C93D}"/>
              </a:ext>
            </a:extLst>
          </p:cNvPr>
          <p:cNvSpPr txBox="1"/>
          <p:nvPr/>
        </p:nvSpPr>
        <p:spPr>
          <a:xfrm>
            <a:off x="840664" y="10034706"/>
            <a:ext cx="13876444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	Engrenagens transmitem a energia mecânica de motores para diversos equipamentos, como turbomáquinas e geradores, por meio de caixas de transmissão (Sousa, 2026). Estas são compostas por eixos contendo engrenagens cilíndricas ou cônicas, de dentes retos ou helicoidais. </a:t>
            </a:r>
          </a:p>
          <a:p>
            <a:r>
              <a:rPr lang="pt-BR" sz="2800" dirty="0"/>
              <a:t>	Devido aos esforços gerados, a modelagem de sistemas rotativos é essencial para o estudo seguro destes equipamentos (Friswell et al., 2010). Assim, modelar adequadamente o engrenamento e o acoplamento elástico torna-se imprescindível para análises coerentes da dinâmica de rotores acoplados.</a:t>
            </a:r>
            <a:endParaRPr lang="en-US" sz="2803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8AA2A690-00C1-4D73-12C7-31FC3A890B30}"/>
              </a:ext>
            </a:extLst>
          </p:cNvPr>
          <p:cNvSpPr txBox="1"/>
          <p:nvPr/>
        </p:nvSpPr>
        <p:spPr>
          <a:xfrm>
            <a:off x="15616885" y="21090763"/>
            <a:ext cx="13893220" cy="5236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3" noProof="0" dirty="0">
                <a:latin typeface="+mj-lt"/>
              </a:rPr>
              <a:t>Figura 1: Resposta vibratória nos seis graus de liberdade para as engrenagens acopladas.</a:t>
            </a:r>
          </a:p>
        </p:txBody>
      </p: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14790978-A3EA-6C15-D8FC-F0B73DD56255}"/>
              </a:ext>
            </a:extLst>
          </p:cNvPr>
          <p:cNvSpPr txBox="1"/>
          <p:nvPr/>
        </p:nvSpPr>
        <p:spPr>
          <a:xfrm>
            <a:off x="748872" y="37725264"/>
            <a:ext cx="14043585" cy="13863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561"/>
              </a:spcAft>
            </a:pPr>
            <a:r>
              <a:rPr lang="pt-BR" sz="2803" dirty="0">
                <a:latin typeface="+mj-lt"/>
                <a:cs typeface="Arial" panose="020B0604020202020204" pitchFamily="34" charset="0"/>
              </a:rPr>
              <a:t>A Figura 1 apresenta a resposta vibratória em regime permanente (de 0,35 a 0,50 segundos) . A análise das respostas translacionais (𝑋 e 𝑌) evidencia o acoplamento entre os rotores. A excitação gerada pelo desbalanceamento na motriz é transmitida à Engrenagem 2 pela linha de ação. 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C8E2B44B-4097-606C-9FC1-214A365E0E5E}"/>
              </a:ext>
            </a:extLst>
          </p:cNvPr>
          <p:cNvSpPr txBox="1"/>
          <p:nvPr/>
        </p:nvSpPr>
        <p:spPr>
          <a:xfrm>
            <a:off x="3603101" y="27088112"/>
            <a:ext cx="9068618" cy="5236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3" noProof="0" dirty="0">
                <a:latin typeface="+mj-lt"/>
              </a:rPr>
              <a:t>Tabela1: Resumo dos Parâmetros Físicos e de Simulação</a:t>
            </a:r>
            <a:endParaRPr lang="pt-BR" sz="2803" b="1" noProof="0" dirty="0">
              <a:latin typeface="+mj-lt"/>
            </a:endParaRP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A26A641E-6C92-4DDA-7A91-BC3B79A69304}"/>
              </a:ext>
            </a:extLst>
          </p:cNvPr>
          <p:cNvSpPr txBox="1"/>
          <p:nvPr/>
        </p:nvSpPr>
        <p:spPr>
          <a:xfrm>
            <a:off x="15541329" y="22577828"/>
            <a:ext cx="13876444" cy="27572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561"/>
              </a:spcAft>
            </a:pPr>
            <a:r>
              <a:rPr lang="pt-BR" sz="2803" dirty="0">
                <a:latin typeface="+mj-lt"/>
                <a:cs typeface="Arial" panose="020B0604020202020204" pitchFamily="34" charset="0"/>
              </a:rPr>
              <a:t>A formulação matricial com nós de seis graus de liberdade demonstrou ser capaz de realizar o acoplamento dinâmico por engrenagens helicoidais. Os resultados comprovaram a propagação da excitação primária, com destaque para a captura das vibrações axiais inerentes a perfis helicoidais. A transferência integrada de forças (radiais, axiais e momentos torsores) utilizada no modelo presente software ROSS é uma ferramenta confiável para análise de projetos em caixas de transmissão.</a:t>
            </a:r>
            <a:endParaRPr lang="en-US" sz="2803" dirty="0">
              <a:latin typeface="+mj-lt"/>
            </a:endParaRPr>
          </a:p>
        </p:txBody>
      </p: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9FAAD44E-80F4-FAAA-54D2-782E84579A33}"/>
              </a:ext>
            </a:extLst>
          </p:cNvPr>
          <p:cNvSpPr txBox="1"/>
          <p:nvPr/>
        </p:nvSpPr>
        <p:spPr>
          <a:xfrm>
            <a:off x="15541329" y="26163339"/>
            <a:ext cx="13876444" cy="13863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561"/>
              </a:spcAft>
            </a:pPr>
            <a:r>
              <a:rPr lang="pt-BR" sz="2803" dirty="0">
                <a:cs typeface="Arial" panose="020B0604020202020204" pitchFamily="34" charset="0"/>
              </a:rPr>
              <a:t>Os autores agradecem às agências CNPq, FAPEMIG, CAPES-Proex e INCT-EIE pelo financiamento do estudo e pelo apoio técnico e financeiro da Petrobras no projeto de Inteligência Artificial para máquinas rotativas.</a:t>
            </a:r>
            <a:endParaRPr lang="en-US" sz="2803" dirty="0">
              <a:cs typeface="Arial" panose="020B0604020202020204" pitchFamily="34" charset="0"/>
            </a:endParaRPr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846B52B7-FCC4-4501-5AB6-8AF5E4272F50}"/>
              </a:ext>
            </a:extLst>
          </p:cNvPr>
          <p:cNvSpPr txBox="1"/>
          <p:nvPr/>
        </p:nvSpPr>
        <p:spPr>
          <a:xfrm>
            <a:off x="15541329" y="28408301"/>
            <a:ext cx="13876444" cy="108757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69607" indent="-569607" algn="just"/>
            <a:r>
              <a:rPr lang="en-US" sz="2803" dirty="0">
                <a:latin typeface="+mj-lt"/>
                <a:cs typeface="Arial" panose="020B0604020202020204" pitchFamily="34" charset="0"/>
              </a:rPr>
              <a:t>Friswell, M.I., Penny, J.E., Garvey, S.D. e Lees, A.W., 2010. Dynamics of rotating machines. Cambridge University Press, New York. ISBN 9780511780509. URL https://doi.org/10.1017/CBO9780511780509.</a:t>
            </a:r>
          </a:p>
          <a:p>
            <a:pPr marL="569607" indent="-569607" algn="just"/>
            <a:r>
              <a:rPr lang="en-US" sz="2803" dirty="0">
                <a:latin typeface="+mj-lt"/>
                <a:cs typeface="Arial" panose="020B0604020202020204" pitchFamily="34" charset="0"/>
              </a:rPr>
              <a:t>Kaplan, J., Dousti, s., Allaire, P., Nichols, B., Dimond, T. e </a:t>
            </a:r>
            <a:r>
              <a:rPr lang="en-US" sz="2803" dirty="0" err="1">
                <a:latin typeface="+mj-lt"/>
                <a:cs typeface="Arial" panose="020B0604020202020204" pitchFamily="34" charset="0"/>
              </a:rPr>
              <a:t>Untaroiu</a:t>
            </a:r>
            <a:r>
              <a:rPr lang="en-US" sz="2803" dirty="0">
                <a:latin typeface="+mj-lt"/>
                <a:cs typeface="Arial" panose="020B0604020202020204" pitchFamily="34" charset="0"/>
              </a:rPr>
              <a:t>, A., 2013. “Rotor dynamic modeling of gears and geared systems”. Proceedings of the ASME Turbo Expo, Vol. 7. </a:t>
            </a:r>
            <a:r>
              <a:rPr lang="en-US" sz="2803" dirty="0" err="1">
                <a:latin typeface="+mj-lt"/>
                <a:cs typeface="Arial" panose="020B0604020202020204" pitchFamily="34" charset="0"/>
              </a:rPr>
              <a:t>doi</a:t>
            </a:r>
            <a:r>
              <a:rPr lang="en-US" sz="2803" dirty="0">
                <a:latin typeface="+mj-lt"/>
                <a:cs typeface="Arial" panose="020B0604020202020204" pitchFamily="34" charset="0"/>
              </a:rPr>
              <a:t>: 10.1115/GT2013-94654.</a:t>
            </a:r>
          </a:p>
          <a:p>
            <a:pPr marL="569607" indent="-569607" algn="just"/>
            <a:r>
              <a:rPr lang="en-US" sz="2803" dirty="0">
                <a:latin typeface="+mj-lt"/>
                <a:cs typeface="Arial" panose="020B0604020202020204" pitchFamily="34" charset="0"/>
              </a:rPr>
              <a:t>Kaplan, J.A., Fittro, R.L., </a:t>
            </a:r>
            <a:r>
              <a:rPr lang="en-US" sz="2803" dirty="0" err="1">
                <a:latin typeface="+mj-lt"/>
                <a:cs typeface="Arial" panose="020B0604020202020204" pitchFamily="34" charset="0"/>
              </a:rPr>
              <a:t>Untaroiu</a:t>
            </a:r>
            <a:r>
              <a:rPr lang="en-US" sz="2803" dirty="0">
                <a:latin typeface="+mj-lt"/>
                <a:cs typeface="Arial" panose="020B0604020202020204" pitchFamily="34" charset="0"/>
              </a:rPr>
              <a:t>, A. e Wood, H.G., 2015. “Non-linear time-transient rotor dynamic analyses of geared systems”. URL https://doi.org/10.1115/GT2015-43481. Paper No: GT2015-43481.</a:t>
            </a:r>
          </a:p>
          <a:p>
            <a:pPr marL="569607" indent="-569607" algn="just"/>
            <a:r>
              <a:rPr lang="en-US" sz="2803" dirty="0">
                <a:latin typeface="+mj-lt"/>
                <a:cs typeface="Arial" panose="020B0604020202020204" pitchFamily="34" charset="0"/>
              </a:rPr>
              <a:t>Kaplan, J.A., 2012. Gearbox Dynamics in the Modeling of Rotating Machinery. Master of science thesis, University of Virginia, Charlottesville, VA.</a:t>
            </a:r>
          </a:p>
          <a:p>
            <a:pPr marL="569607" indent="-569607" algn="just"/>
            <a:r>
              <a:rPr lang="en-US" sz="2803" dirty="0">
                <a:latin typeface="+mj-lt"/>
                <a:cs typeface="Arial" panose="020B0604020202020204" pitchFamily="34" charset="0"/>
              </a:rPr>
              <a:t>Lalanne, M. e Ferraris, G., 1998. </a:t>
            </a:r>
            <a:r>
              <a:rPr lang="en-US" sz="2803" dirty="0" err="1">
                <a:latin typeface="+mj-lt"/>
                <a:cs typeface="Arial" panose="020B0604020202020204" pitchFamily="34" charset="0"/>
              </a:rPr>
              <a:t>Rotordynamics</a:t>
            </a:r>
            <a:r>
              <a:rPr lang="en-US" sz="2803" dirty="0">
                <a:latin typeface="+mj-lt"/>
                <a:cs typeface="Arial" panose="020B0604020202020204" pitchFamily="34" charset="0"/>
              </a:rPr>
              <a:t> Prediction in Engineering.pdf. Wiley.</a:t>
            </a:r>
          </a:p>
          <a:p>
            <a:pPr marL="569607" indent="-569607" algn="just"/>
            <a:r>
              <a:rPr lang="en-US" sz="2803" dirty="0">
                <a:latin typeface="+mj-lt"/>
                <a:cs typeface="Arial" panose="020B0604020202020204" pitchFamily="34" charset="0"/>
              </a:rPr>
              <a:t>Santos, </a:t>
            </a:r>
            <a:r>
              <a:rPr lang="en-US" sz="2803" dirty="0" err="1">
                <a:latin typeface="+mj-lt"/>
                <a:cs typeface="Arial" panose="020B0604020202020204" pitchFamily="34" charset="0"/>
              </a:rPr>
              <a:t>J.G.d.F</a:t>
            </a:r>
            <a:r>
              <a:rPr lang="en-US" sz="2803" dirty="0">
                <a:latin typeface="+mj-lt"/>
                <a:cs typeface="Arial" panose="020B0604020202020204" pitchFamily="34" charset="0"/>
              </a:rPr>
              <a:t>., da Costa, V.T., Junior, A.A.C., Silva, R.T. e Ritto, T.G., 2025. “An open-source software for </a:t>
            </a:r>
            <a:r>
              <a:rPr lang="en-US" sz="2803" dirty="0" err="1">
                <a:latin typeface="+mj-lt"/>
                <a:cs typeface="Arial" panose="020B0604020202020204" pitchFamily="34" charset="0"/>
              </a:rPr>
              <a:t>rotordynamics</a:t>
            </a:r>
            <a:r>
              <a:rPr lang="en-US" sz="2803" dirty="0">
                <a:latin typeface="+mj-lt"/>
                <a:cs typeface="Arial" panose="020B0604020202020204" pitchFamily="34" charset="0"/>
              </a:rPr>
              <a:t>”. In Proceedings of the XX International Symposium on Dynamic Problems of Mechanics- DINAME 2025.</a:t>
            </a:r>
          </a:p>
          <a:p>
            <a:pPr marL="569607" indent="-569607" algn="just"/>
            <a:r>
              <a:rPr lang="en-US" sz="2803" dirty="0">
                <a:latin typeface="+mj-lt"/>
                <a:cs typeface="Arial" panose="020B0604020202020204" pitchFamily="34" charset="0"/>
              </a:rPr>
              <a:t>Sousa, </a:t>
            </a:r>
            <a:r>
              <a:rPr lang="en-US" sz="2803" dirty="0" err="1">
                <a:latin typeface="+mj-lt"/>
                <a:cs typeface="Arial" panose="020B0604020202020204" pitchFamily="34" charset="0"/>
              </a:rPr>
              <a:t>M.A.B.d</a:t>
            </a:r>
            <a:r>
              <a:rPr lang="en-US" sz="2803" dirty="0">
                <a:latin typeface="+mj-lt"/>
                <a:cs typeface="Arial" panose="020B0604020202020204" pitchFamily="34" charset="0"/>
              </a:rPr>
              <a:t>., 2026. </a:t>
            </a:r>
            <a:r>
              <a:rPr lang="en-US" sz="2803" dirty="0" err="1">
                <a:latin typeface="+mj-lt"/>
                <a:cs typeface="Arial" panose="020B0604020202020204" pitchFamily="34" charset="0"/>
              </a:rPr>
              <a:t>Implementação</a:t>
            </a:r>
            <a:r>
              <a:rPr lang="en-US" sz="2803" dirty="0">
                <a:latin typeface="+mj-lt"/>
                <a:cs typeface="Arial" panose="020B0604020202020204" pitchFamily="34" charset="0"/>
              </a:rPr>
              <a:t> de </a:t>
            </a:r>
            <a:r>
              <a:rPr lang="en-US" sz="2803" dirty="0" err="1">
                <a:latin typeface="+mj-lt"/>
                <a:cs typeface="Arial" panose="020B0604020202020204" pitchFamily="34" charset="0"/>
              </a:rPr>
              <a:t>modelo</a:t>
            </a:r>
            <a:r>
              <a:rPr lang="en-US" sz="2803" dirty="0">
                <a:latin typeface="+mj-lt"/>
                <a:cs typeface="Arial" panose="020B0604020202020204" pitchFamily="34" charset="0"/>
              </a:rPr>
              <a:t> de </a:t>
            </a:r>
            <a:r>
              <a:rPr lang="en-US" sz="2803" dirty="0" err="1">
                <a:latin typeface="+mj-lt"/>
                <a:cs typeface="Arial" panose="020B0604020202020204" pitchFamily="34" charset="0"/>
              </a:rPr>
              <a:t>folga</a:t>
            </a:r>
            <a:r>
              <a:rPr lang="en-US" sz="2803" dirty="0">
                <a:latin typeface="+mj-lt"/>
                <a:cs typeface="Arial" panose="020B0604020202020204" pitchFamily="34" charset="0"/>
              </a:rPr>
              <a:t> de backlash </a:t>
            </a:r>
            <a:r>
              <a:rPr lang="en-US" sz="2803" dirty="0" err="1">
                <a:latin typeface="+mj-lt"/>
                <a:cs typeface="Arial" panose="020B0604020202020204" pitchFamily="34" charset="0"/>
              </a:rPr>
              <a:t>dinâmico</a:t>
            </a:r>
            <a:r>
              <a:rPr lang="en-US" sz="2803" dirty="0">
                <a:latin typeface="+mj-lt"/>
                <a:cs typeface="Arial" panose="020B0604020202020204" pitchFamily="34" charset="0"/>
              </a:rPr>
              <a:t> em </a:t>
            </a:r>
            <a:r>
              <a:rPr lang="en-US" sz="2803" dirty="0" err="1">
                <a:latin typeface="+mj-lt"/>
                <a:cs typeface="Arial" panose="020B0604020202020204" pitchFamily="34" charset="0"/>
              </a:rPr>
              <a:t>engrenagens</a:t>
            </a:r>
            <a:r>
              <a:rPr lang="en-US" sz="2803" dirty="0">
                <a:latin typeface="+mj-lt"/>
                <a:cs typeface="Arial" panose="020B0604020202020204" pitchFamily="34" charset="0"/>
              </a:rPr>
              <a:t> para </a:t>
            </a:r>
            <a:r>
              <a:rPr lang="en-US" sz="2803" dirty="0" err="1">
                <a:latin typeface="+mj-lt"/>
                <a:cs typeface="Arial" panose="020B0604020202020204" pitchFamily="34" charset="0"/>
              </a:rPr>
              <a:t>análise</a:t>
            </a:r>
            <a:r>
              <a:rPr lang="en-US" sz="2803" dirty="0">
                <a:latin typeface="+mj-lt"/>
                <a:cs typeface="Arial" panose="020B0604020202020204" pitchFamily="34" charset="0"/>
              </a:rPr>
              <a:t> de </a:t>
            </a:r>
            <a:r>
              <a:rPr lang="en-US" sz="2803" dirty="0" err="1">
                <a:latin typeface="+mj-lt"/>
                <a:cs typeface="Arial" panose="020B0604020202020204" pitchFamily="34" charset="0"/>
              </a:rPr>
              <a:t>dinâmica</a:t>
            </a:r>
            <a:r>
              <a:rPr lang="en-US" sz="2803" dirty="0">
                <a:latin typeface="+mj-lt"/>
                <a:cs typeface="Arial" panose="020B0604020202020204" pitchFamily="34" charset="0"/>
              </a:rPr>
              <a:t> de </a:t>
            </a:r>
            <a:r>
              <a:rPr lang="en-US" sz="2803" dirty="0" err="1">
                <a:latin typeface="+mj-lt"/>
                <a:cs typeface="Arial" panose="020B0604020202020204" pitchFamily="34" charset="0"/>
              </a:rPr>
              <a:t>rotação</a:t>
            </a:r>
            <a:r>
              <a:rPr lang="en-US" sz="2803" dirty="0">
                <a:latin typeface="+mj-lt"/>
                <a:cs typeface="Arial" panose="020B0604020202020204" pitchFamily="34" charset="0"/>
              </a:rPr>
              <a:t>. </a:t>
            </a:r>
            <a:r>
              <a:rPr lang="en-US" sz="2803" dirty="0" err="1">
                <a:latin typeface="+mj-lt"/>
                <a:cs typeface="Arial" panose="020B0604020202020204" pitchFamily="34" charset="0"/>
              </a:rPr>
              <a:t>Dissertação</a:t>
            </a:r>
            <a:r>
              <a:rPr lang="en-US" sz="2803" dirty="0">
                <a:latin typeface="+mj-lt"/>
                <a:cs typeface="Arial" panose="020B0604020202020204" pitchFamily="34" charset="0"/>
              </a:rPr>
              <a:t> de </a:t>
            </a:r>
            <a:r>
              <a:rPr lang="en-US" sz="2803" dirty="0" err="1">
                <a:latin typeface="+mj-lt"/>
                <a:cs typeface="Arial" panose="020B0604020202020204" pitchFamily="34" charset="0"/>
              </a:rPr>
              <a:t>mestrado</a:t>
            </a:r>
            <a:r>
              <a:rPr lang="en-US" sz="2803" dirty="0">
                <a:latin typeface="+mj-lt"/>
                <a:cs typeface="Arial" panose="020B0604020202020204" pitchFamily="34" charset="0"/>
              </a:rPr>
              <a:t>, </a:t>
            </a:r>
            <a:r>
              <a:rPr lang="en-US" sz="2803" dirty="0" err="1">
                <a:latin typeface="+mj-lt"/>
                <a:cs typeface="Arial" panose="020B0604020202020204" pitchFamily="34" charset="0"/>
              </a:rPr>
              <a:t>Universidade</a:t>
            </a:r>
            <a:r>
              <a:rPr lang="en-US" sz="2803" dirty="0">
                <a:latin typeface="+mj-lt"/>
                <a:cs typeface="Arial" panose="020B0604020202020204" pitchFamily="34" charset="0"/>
              </a:rPr>
              <a:t> Federal de </a:t>
            </a:r>
            <a:r>
              <a:rPr lang="en-US" sz="2803" dirty="0" err="1">
                <a:latin typeface="+mj-lt"/>
                <a:cs typeface="Arial" panose="020B0604020202020204" pitchFamily="34" charset="0"/>
              </a:rPr>
              <a:t>Uberlândia</a:t>
            </a:r>
            <a:r>
              <a:rPr lang="en-US" sz="2803" dirty="0">
                <a:latin typeface="+mj-lt"/>
                <a:cs typeface="Arial" panose="020B0604020202020204" pitchFamily="34" charset="0"/>
              </a:rPr>
              <a:t>, </a:t>
            </a:r>
            <a:r>
              <a:rPr lang="en-US" sz="2803" dirty="0" err="1">
                <a:latin typeface="+mj-lt"/>
                <a:cs typeface="Arial" panose="020B0604020202020204" pitchFamily="34" charset="0"/>
              </a:rPr>
              <a:t>Uberlândia</a:t>
            </a:r>
            <a:r>
              <a:rPr lang="en-US" sz="2803" dirty="0">
                <a:latin typeface="+mj-lt"/>
                <a:cs typeface="Arial" panose="020B0604020202020204" pitchFamily="34" charset="0"/>
              </a:rPr>
              <a:t>. URL https://repositorio.ufu.br/handle/123456789/49301.</a:t>
            </a:r>
          </a:p>
          <a:p>
            <a:pPr marL="569607" indent="-569607" algn="just"/>
            <a:r>
              <a:rPr lang="en-US" sz="2803" dirty="0">
                <a:latin typeface="+mj-lt"/>
                <a:cs typeface="Arial" panose="020B0604020202020204" pitchFamily="34" charset="0"/>
              </a:rPr>
              <a:t>Stringer, D.B., 2008. Geared Rotor Dynamic Methodologies for Advancing Prognostic Modeling Capabilities in Rotary Wing Transmission Systems. Dissertation, University of Virginia, Charlottesville, VA.</a:t>
            </a:r>
          </a:p>
          <a:p>
            <a:pPr marL="569607" indent="-569607" algn="just"/>
            <a:r>
              <a:rPr lang="en-US" sz="2803" dirty="0" err="1">
                <a:latin typeface="+mj-lt"/>
                <a:cs typeface="Arial" panose="020B0604020202020204" pitchFamily="34" charset="0"/>
              </a:rPr>
              <a:t>Timbó</a:t>
            </a:r>
            <a:r>
              <a:rPr lang="en-US" sz="2803" dirty="0">
                <a:latin typeface="+mj-lt"/>
                <a:cs typeface="Arial" panose="020B0604020202020204" pitchFamily="34" charset="0"/>
              </a:rPr>
              <a:t>, R., Martins, R., Bachmann, G., Rangel, F., Mota, J., Valério, J. e Ritto, T.G., 2020. “Ross- </a:t>
            </a:r>
            <a:r>
              <a:rPr lang="en-US" sz="2803" dirty="0" err="1">
                <a:latin typeface="+mj-lt"/>
                <a:cs typeface="Arial" panose="020B0604020202020204" pitchFamily="34" charset="0"/>
              </a:rPr>
              <a:t>rotordynamic</a:t>
            </a:r>
            <a:r>
              <a:rPr lang="en-US" sz="2803" dirty="0">
                <a:latin typeface="+mj-lt"/>
                <a:cs typeface="Arial" panose="020B0604020202020204" pitchFamily="34" charset="0"/>
              </a:rPr>
              <a:t> open source software”. Journal of Open Source Software, Vol. 5, No. 48, p. 2120. </a:t>
            </a:r>
            <a:r>
              <a:rPr lang="en-US" sz="2803" dirty="0" err="1">
                <a:latin typeface="+mj-lt"/>
                <a:cs typeface="Arial" panose="020B0604020202020204" pitchFamily="34" charset="0"/>
              </a:rPr>
              <a:t>doi</a:t>
            </a:r>
            <a:r>
              <a:rPr lang="en-US" sz="2803" dirty="0">
                <a:latin typeface="+mj-lt"/>
                <a:cs typeface="Arial" panose="020B0604020202020204" pitchFamily="34" charset="0"/>
              </a:rPr>
              <a:t>: 10.21105/joss.02120. URL https://doi.org/10.21105/joss.02120.</a:t>
            </a:r>
          </a:p>
        </p:txBody>
      </p:sp>
      <p:cxnSp>
        <p:nvCxnSpPr>
          <p:cNvPr id="56" name="Conector reto 2">
            <a:extLst>
              <a:ext uri="{FF2B5EF4-FFF2-40B4-BE49-F238E27FC236}">
                <a16:creationId xmlns:a16="http://schemas.microsoft.com/office/drawing/2014/main" id="{B5A9E430-0064-C137-EA57-9608E8B64159}"/>
              </a:ext>
            </a:extLst>
          </p:cNvPr>
          <p:cNvCxnSpPr>
            <a:cxnSpLocks/>
          </p:cNvCxnSpPr>
          <p:nvPr/>
        </p:nvCxnSpPr>
        <p:spPr>
          <a:xfrm>
            <a:off x="840664" y="10008611"/>
            <a:ext cx="13876444" cy="0"/>
          </a:xfrm>
          <a:prstGeom prst="line">
            <a:avLst/>
          </a:prstGeom>
          <a:ln w="57150">
            <a:solidFill>
              <a:srgbClr val="F5CB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to 30">
            <a:extLst>
              <a:ext uri="{FF2B5EF4-FFF2-40B4-BE49-F238E27FC236}">
                <a16:creationId xmlns:a16="http://schemas.microsoft.com/office/drawing/2014/main" id="{061E6290-FAA2-D8B3-184D-925ED9983344}"/>
              </a:ext>
            </a:extLst>
          </p:cNvPr>
          <p:cNvCxnSpPr>
            <a:cxnSpLocks/>
          </p:cNvCxnSpPr>
          <p:nvPr/>
        </p:nvCxnSpPr>
        <p:spPr>
          <a:xfrm>
            <a:off x="840664" y="37682845"/>
            <a:ext cx="13876444" cy="0"/>
          </a:xfrm>
          <a:prstGeom prst="line">
            <a:avLst/>
          </a:prstGeom>
          <a:ln w="57150">
            <a:solidFill>
              <a:srgbClr val="F5CB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to 31">
            <a:extLst>
              <a:ext uri="{FF2B5EF4-FFF2-40B4-BE49-F238E27FC236}">
                <a16:creationId xmlns:a16="http://schemas.microsoft.com/office/drawing/2014/main" id="{CFD2684D-9C33-19BB-1CAF-2A92570C4A9D}"/>
              </a:ext>
            </a:extLst>
          </p:cNvPr>
          <p:cNvCxnSpPr>
            <a:cxnSpLocks/>
          </p:cNvCxnSpPr>
          <p:nvPr/>
        </p:nvCxnSpPr>
        <p:spPr>
          <a:xfrm>
            <a:off x="840664" y="14285718"/>
            <a:ext cx="13876444" cy="0"/>
          </a:xfrm>
          <a:prstGeom prst="line">
            <a:avLst/>
          </a:prstGeom>
          <a:ln w="57150">
            <a:solidFill>
              <a:srgbClr val="F5CB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to 32">
            <a:extLst>
              <a:ext uri="{FF2B5EF4-FFF2-40B4-BE49-F238E27FC236}">
                <a16:creationId xmlns:a16="http://schemas.microsoft.com/office/drawing/2014/main" id="{F94CA103-66AB-C035-216D-BFE27B07C7DE}"/>
              </a:ext>
            </a:extLst>
          </p:cNvPr>
          <p:cNvCxnSpPr>
            <a:cxnSpLocks/>
          </p:cNvCxnSpPr>
          <p:nvPr/>
        </p:nvCxnSpPr>
        <p:spPr>
          <a:xfrm>
            <a:off x="15541329" y="22376078"/>
            <a:ext cx="13876444" cy="0"/>
          </a:xfrm>
          <a:prstGeom prst="line">
            <a:avLst/>
          </a:prstGeom>
          <a:ln w="57150">
            <a:solidFill>
              <a:srgbClr val="F5CB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to 34">
            <a:extLst>
              <a:ext uri="{FF2B5EF4-FFF2-40B4-BE49-F238E27FC236}">
                <a16:creationId xmlns:a16="http://schemas.microsoft.com/office/drawing/2014/main" id="{BF153CFA-AF97-6681-576F-ADE2A0B38D58}"/>
              </a:ext>
            </a:extLst>
          </p:cNvPr>
          <p:cNvCxnSpPr>
            <a:cxnSpLocks/>
          </p:cNvCxnSpPr>
          <p:nvPr/>
        </p:nvCxnSpPr>
        <p:spPr>
          <a:xfrm>
            <a:off x="15541329" y="26008287"/>
            <a:ext cx="13876444" cy="0"/>
          </a:xfrm>
          <a:prstGeom prst="line">
            <a:avLst/>
          </a:prstGeom>
          <a:ln w="57150">
            <a:solidFill>
              <a:srgbClr val="F5CB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ector reto 36">
            <a:extLst>
              <a:ext uri="{FF2B5EF4-FFF2-40B4-BE49-F238E27FC236}">
                <a16:creationId xmlns:a16="http://schemas.microsoft.com/office/drawing/2014/main" id="{72DF7A68-8A2F-C627-B88F-72EBA16D5FD9}"/>
              </a:ext>
            </a:extLst>
          </p:cNvPr>
          <p:cNvCxnSpPr>
            <a:cxnSpLocks/>
          </p:cNvCxnSpPr>
          <p:nvPr/>
        </p:nvCxnSpPr>
        <p:spPr>
          <a:xfrm>
            <a:off x="15541329" y="28318167"/>
            <a:ext cx="13876444" cy="0"/>
          </a:xfrm>
          <a:prstGeom prst="line">
            <a:avLst/>
          </a:prstGeom>
          <a:ln w="57150">
            <a:solidFill>
              <a:srgbClr val="F5CB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Shape 1">
            <a:extLst>
              <a:ext uri="{FF2B5EF4-FFF2-40B4-BE49-F238E27FC236}">
                <a16:creationId xmlns:a16="http://schemas.microsoft.com/office/drawing/2014/main" id="{FB4EEF24-6F3C-47E3-7B99-9C17D9AC5ED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40664" y="9115355"/>
            <a:ext cx="28577109" cy="0"/>
          </a:xfrm>
          <a:prstGeom prst="line">
            <a:avLst/>
          </a:prstGeom>
          <a:noFill/>
          <a:ln w="127000">
            <a:solidFill>
              <a:srgbClr val="F5CB6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9" name="Shape 1">
            <a:extLst>
              <a:ext uri="{FF2B5EF4-FFF2-40B4-BE49-F238E27FC236}">
                <a16:creationId xmlns:a16="http://schemas.microsoft.com/office/drawing/2014/main" id="{C711C56A-A404-C416-697F-AC700F55942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39251108"/>
            <a:ext cx="30275213" cy="0"/>
          </a:xfrm>
          <a:prstGeom prst="line">
            <a:avLst/>
          </a:prstGeom>
          <a:noFill/>
          <a:ln w="190500">
            <a:solidFill>
              <a:srgbClr val="F5CB6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0" name="Shape 1">
            <a:extLst>
              <a:ext uri="{FF2B5EF4-FFF2-40B4-BE49-F238E27FC236}">
                <a16:creationId xmlns:a16="http://schemas.microsoft.com/office/drawing/2014/main" id="{DE1D3D2E-5E79-BAFD-1646-2095E75AB7D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39536858"/>
            <a:ext cx="30275213" cy="0"/>
          </a:xfrm>
          <a:prstGeom prst="line">
            <a:avLst/>
          </a:prstGeom>
          <a:noFill/>
          <a:ln w="381000">
            <a:solidFill>
              <a:srgbClr val="AC0B0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73" name="Image 1" descr="/mnt/data/ebdr_blue_texture.png">
            <a:extLst>
              <a:ext uri="{FF2B5EF4-FFF2-40B4-BE49-F238E27FC236}">
                <a16:creationId xmlns:a16="http://schemas.microsoft.com/office/drawing/2014/main" id="{090B6EED-8D03-9C3E-C313-D828E441BA91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9707763"/>
            <a:ext cx="30275213" cy="3096000"/>
          </a:xfrm>
          <a:prstGeom prst="rect">
            <a:avLst/>
          </a:prstGeom>
        </p:spPr>
      </p:pic>
      <p:pic>
        <p:nvPicPr>
          <p:cNvPr id="11" name="Image 0" descr="/mnt/data/ebdr_blue_texture.png">
            <a:extLst>
              <a:ext uri="{FF2B5EF4-FFF2-40B4-BE49-F238E27FC236}">
                <a16:creationId xmlns:a16="http://schemas.microsoft.com/office/drawing/2014/main" id="{11825A3F-4954-AE39-4D97-9A6AB86916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30275213" cy="6035040"/>
          </a:xfrm>
          <a:prstGeom prst="rect">
            <a:avLst/>
          </a:prstGeom>
        </p:spPr>
      </p:pic>
      <p:sp>
        <p:nvSpPr>
          <p:cNvPr id="12" name="Shape 1">
            <a:extLst>
              <a:ext uri="{FF2B5EF4-FFF2-40B4-BE49-F238E27FC236}">
                <a16:creationId xmlns:a16="http://schemas.microsoft.com/office/drawing/2014/main" id="{1F87B64A-8447-7241-AADF-7F884AB0A58F}"/>
              </a:ext>
            </a:extLst>
          </p:cNvPr>
          <p:cNvSpPr>
            <a:spLocks/>
          </p:cNvSpPr>
          <p:nvPr/>
        </p:nvSpPr>
        <p:spPr>
          <a:xfrm>
            <a:off x="-1" y="6063290"/>
            <a:ext cx="30275213" cy="0"/>
          </a:xfrm>
          <a:prstGeom prst="line">
            <a:avLst/>
          </a:prstGeom>
          <a:noFill/>
          <a:ln w="190500">
            <a:solidFill>
              <a:srgbClr val="F5CB6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grpSp>
        <p:nvGrpSpPr>
          <p:cNvPr id="20" name="Agrupar 19">
            <a:extLst>
              <a:ext uri="{FF2B5EF4-FFF2-40B4-BE49-F238E27FC236}">
                <a16:creationId xmlns:a16="http://schemas.microsoft.com/office/drawing/2014/main" id="{53364A20-DADF-1A87-95AB-A105A755C64E}"/>
              </a:ext>
            </a:extLst>
          </p:cNvPr>
          <p:cNvGrpSpPr>
            <a:grpSpLocks/>
          </p:cNvGrpSpPr>
          <p:nvPr/>
        </p:nvGrpSpPr>
        <p:grpSpPr>
          <a:xfrm>
            <a:off x="12995910" y="1261679"/>
            <a:ext cx="16276320" cy="3611880"/>
            <a:chOff x="12995910" y="868680"/>
            <a:chExt cx="16276320" cy="3611880"/>
          </a:xfrm>
        </p:grpSpPr>
        <p:sp>
          <p:nvSpPr>
            <p:cNvPr id="13" name="Text 6">
              <a:extLst>
                <a:ext uri="{FF2B5EF4-FFF2-40B4-BE49-F238E27FC236}">
                  <a16:creationId xmlns:a16="http://schemas.microsoft.com/office/drawing/2014/main" id="{7B356325-6E38-B401-9219-09456FE30E62}"/>
                </a:ext>
              </a:extLst>
            </p:cNvPr>
            <p:cNvSpPr>
              <a:spLocks/>
            </p:cNvSpPr>
            <p:nvPr/>
          </p:nvSpPr>
          <p:spPr>
            <a:xfrm>
              <a:off x="12995910" y="868680"/>
              <a:ext cx="16276320" cy="2560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pt-BR" sz="8000" b="1" noProof="0" dirty="0">
                  <a:solidFill>
                    <a:srgbClr val="FFFFFF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2ª Escola Brasileira </a:t>
              </a:r>
              <a:br>
                <a:rPr lang="pt-BR" sz="8000" b="1" noProof="0" dirty="0">
                  <a:solidFill>
                    <a:srgbClr val="FFFFFF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</a:br>
              <a:r>
                <a:rPr lang="pt-BR" sz="8000" b="1" noProof="0" dirty="0">
                  <a:solidFill>
                    <a:srgbClr val="FFFFFF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de Dinâmica de Rotores</a:t>
              </a:r>
              <a:endParaRPr lang="pt-BR" sz="8000" noProof="0" dirty="0"/>
            </a:p>
          </p:txBody>
        </p:sp>
        <p:sp>
          <p:nvSpPr>
            <p:cNvPr id="14" name="Text 7">
              <a:extLst>
                <a:ext uri="{FF2B5EF4-FFF2-40B4-BE49-F238E27FC236}">
                  <a16:creationId xmlns:a16="http://schemas.microsoft.com/office/drawing/2014/main" id="{AC106EC7-856C-C845-F3F2-9659B549257C}"/>
                </a:ext>
              </a:extLst>
            </p:cNvPr>
            <p:cNvSpPr>
              <a:spLocks/>
            </p:cNvSpPr>
            <p:nvPr/>
          </p:nvSpPr>
          <p:spPr>
            <a:xfrm>
              <a:off x="12995910" y="3794760"/>
              <a:ext cx="16276320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4500" b="1" dirty="0">
                  <a:solidFill>
                    <a:srgbClr val="F5CB6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17 E 18 DE SETEMBRO DE 2026 • UBERLÂNDIA | MG</a:t>
              </a:r>
              <a:endParaRPr lang="en-US" sz="4500" dirty="0">
                <a:solidFill>
                  <a:srgbClr val="F5CB60"/>
                </a:solidFill>
              </a:endParaRPr>
            </a:p>
          </p:txBody>
        </p:sp>
      </p:grpSp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0513B2D0-6B45-DEFA-8E3C-A60C7BAA4B07}"/>
              </a:ext>
            </a:extLst>
          </p:cNvPr>
          <p:cNvCxnSpPr>
            <a:cxnSpLocks/>
          </p:cNvCxnSpPr>
          <p:nvPr/>
        </p:nvCxnSpPr>
        <p:spPr>
          <a:xfrm>
            <a:off x="12309932" y="1267619"/>
            <a:ext cx="0" cy="3600000"/>
          </a:xfrm>
          <a:prstGeom prst="line">
            <a:avLst/>
          </a:prstGeom>
          <a:ln w="3175">
            <a:solidFill>
              <a:srgbClr val="F5CB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6" name="Gráfico 65">
            <a:extLst>
              <a:ext uri="{FF2B5EF4-FFF2-40B4-BE49-F238E27FC236}">
                <a16:creationId xmlns:a16="http://schemas.microsoft.com/office/drawing/2014/main" id="{B43FDEDA-57B3-5E93-0F7E-07D4FEE952D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7220" y="40093157"/>
            <a:ext cx="2340000" cy="2340000"/>
          </a:xfrm>
          <a:prstGeom prst="rect">
            <a:avLst/>
          </a:prstGeom>
        </p:spPr>
      </p:pic>
      <p:pic>
        <p:nvPicPr>
          <p:cNvPr id="74" name="Imagem 73">
            <a:extLst>
              <a:ext uri="{FF2B5EF4-FFF2-40B4-BE49-F238E27FC236}">
                <a16:creationId xmlns:a16="http://schemas.microsoft.com/office/drawing/2014/main" id="{5D727ECB-5680-6CB7-8D7C-86B0507E565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>
            <a:biLevel thresh="25000"/>
          </a:blip>
          <a:srcRect l="18855" r="18740"/>
          <a:stretch>
            <a:fillRect/>
          </a:stretch>
        </p:blipFill>
        <p:spPr>
          <a:xfrm>
            <a:off x="18761791" y="39913157"/>
            <a:ext cx="2995424" cy="2700000"/>
          </a:xfrm>
          <a:prstGeom prst="rect">
            <a:avLst/>
          </a:prstGeom>
        </p:spPr>
      </p:pic>
      <p:grpSp>
        <p:nvGrpSpPr>
          <p:cNvPr id="79" name="Agrupar 78">
            <a:extLst>
              <a:ext uri="{FF2B5EF4-FFF2-40B4-BE49-F238E27FC236}">
                <a16:creationId xmlns:a16="http://schemas.microsoft.com/office/drawing/2014/main" id="{D8F8467D-0B1A-1AA9-E137-806ABD4CC6F5}"/>
              </a:ext>
            </a:extLst>
          </p:cNvPr>
          <p:cNvGrpSpPr>
            <a:grpSpLocks noGrp="1" noUngrp="1" noRot="1" noChangeAspect="1" noMove="1" noResize="1"/>
          </p:cNvGrpSpPr>
          <p:nvPr/>
        </p:nvGrpSpPr>
        <p:grpSpPr>
          <a:xfrm>
            <a:off x="11287594" y="40039157"/>
            <a:ext cx="2162400" cy="2448000"/>
            <a:chOff x="3522309" y="39957109"/>
            <a:chExt cx="2226000" cy="2520000"/>
          </a:xfrm>
        </p:grpSpPr>
        <p:sp>
          <p:nvSpPr>
            <p:cNvPr id="78" name="Retângulo 77">
              <a:extLst>
                <a:ext uri="{FF2B5EF4-FFF2-40B4-BE49-F238E27FC236}">
                  <a16:creationId xmlns:a16="http://schemas.microsoft.com/office/drawing/2014/main" id="{6F6E61A4-2C12-9927-77F7-39C102CC9BC2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3522309" y="39957109"/>
              <a:ext cx="2226000" cy="252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77" name="Gráfico 76">
              <a:extLst>
                <a:ext uri="{FF2B5EF4-FFF2-40B4-BE49-F238E27FC236}">
                  <a16:creationId xmlns:a16="http://schemas.microsoft.com/office/drawing/2014/main" id="{86132975-1E44-0975-324E-013B23D62DBF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731642" y="40137109"/>
              <a:ext cx="1925322" cy="2160000"/>
            </a:xfrm>
            <a:prstGeom prst="rect">
              <a:avLst/>
            </a:prstGeom>
          </p:spPr>
        </p:pic>
      </p:grpSp>
      <p:pic>
        <p:nvPicPr>
          <p:cNvPr id="81" name="Imagem 80">
            <a:extLst>
              <a:ext uri="{FF2B5EF4-FFF2-40B4-BE49-F238E27FC236}">
                <a16:creationId xmlns:a16="http://schemas.microsoft.com/office/drawing/2014/main" id="{4082525D-0625-BC1D-50EB-15F01118A73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888783" y="39979089"/>
            <a:ext cx="2434219" cy="2568137"/>
          </a:xfrm>
          <a:prstGeom prst="rect">
            <a:avLst/>
          </a:prstGeom>
        </p:spPr>
      </p:pic>
      <p:pic>
        <p:nvPicPr>
          <p:cNvPr id="95" name="Imagem 94">
            <a:extLst>
              <a:ext uri="{FF2B5EF4-FFF2-40B4-BE49-F238E27FC236}">
                <a16:creationId xmlns:a16="http://schemas.microsoft.com/office/drawing/2014/main" id="{BEBB19D3-0786-7F0D-2CFE-939028BAB6B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9"/>
          <a:srcRect t="22838" b="22757"/>
          <a:stretch>
            <a:fillRect/>
          </a:stretch>
        </p:blipFill>
        <p:spPr>
          <a:xfrm>
            <a:off x="23196004" y="40003157"/>
            <a:ext cx="6551989" cy="2520000"/>
          </a:xfrm>
          <a:prstGeom prst="rect">
            <a:avLst/>
          </a:prstGeom>
        </p:spPr>
      </p:pic>
      <p:grpSp>
        <p:nvGrpSpPr>
          <p:cNvPr id="9" name="Gráfico 5">
            <a:extLst>
              <a:ext uri="{FF2B5EF4-FFF2-40B4-BE49-F238E27FC236}">
                <a16:creationId xmlns:a16="http://schemas.microsoft.com/office/drawing/2014/main" id="{071AE9A0-50C6-5504-4F3B-F01C840AB35E}"/>
              </a:ext>
            </a:extLst>
          </p:cNvPr>
          <p:cNvGrpSpPr>
            <a:grpSpLocks noGrp="1" noUngrp="1" noRot="1" noChangeAspect="1" noMove="1" noResize="1"/>
          </p:cNvGrpSpPr>
          <p:nvPr/>
        </p:nvGrpSpPr>
        <p:grpSpPr>
          <a:xfrm>
            <a:off x="4306009" y="40579157"/>
            <a:ext cx="5542796" cy="1368000"/>
            <a:chOff x="4284301" y="19323546"/>
            <a:chExt cx="9637670" cy="2378643"/>
          </a:xfrm>
          <a:solidFill>
            <a:srgbClr val="FFFFFF"/>
          </a:solidFill>
        </p:grpSpPr>
        <p:sp>
          <p:nvSpPr>
            <p:cNvPr id="10" name="Forma Livre: Forma 9">
              <a:extLst>
                <a:ext uri="{FF2B5EF4-FFF2-40B4-BE49-F238E27FC236}">
                  <a16:creationId xmlns:a16="http://schemas.microsoft.com/office/drawing/2014/main" id="{BBA42481-C37C-1B6C-71AD-AC5A5CF9196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306025" y="19327372"/>
              <a:ext cx="1615946" cy="2357721"/>
            </a:xfrm>
            <a:custGeom>
              <a:avLst/>
              <a:gdLst>
                <a:gd name="csX0" fmla="*/ 1607185 w 1615946"/>
                <a:gd name="csY0" fmla="*/ 605796 h 2357721"/>
                <a:gd name="csX1" fmla="*/ 700654 w 1615946"/>
                <a:gd name="csY1" fmla="*/ 1176911 h 2357721"/>
                <a:gd name="csX2" fmla="*/ 1581756 w 1615946"/>
                <a:gd name="csY2" fmla="*/ 1756389 h 2357721"/>
                <a:gd name="csX3" fmla="*/ 1585821 w 1615946"/>
                <a:gd name="csY3" fmla="*/ 2353605 h 2357721"/>
                <a:gd name="csX4" fmla="*/ 3593 w 1615946"/>
                <a:gd name="csY4" fmla="*/ 1265608 h 2357721"/>
                <a:gd name="csX5" fmla="*/ 1484101 w 1615946"/>
                <a:gd name="csY5" fmla="*/ 6131 h 2357721"/>
                <a:gd name="csX6" fmla="*/ 1615846 w 1615946"/>
                <a:gd name="csY6" fmla="*/ -87 h 23577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615946" h="2357721">
                  <a:moveTo>
                    <a:pt x="1607185" y="605796"/>
                  </a:moveTo>
                  <a:cubicBezTo>
                    <a:pt x="1607185" y="605796"/>
                    <a:pt x="706415" y="514651"/>
                    <a:pt x="700654" y="1176911"/>
                  </a:cubicBezTo>
                  <a:cubicBezTo>
                    <a:pt x="694900" y="1839172"/>
                    <a:pt x="1581756" y="1756389"/>
                    <a:pt x="1581756" y="1756389"/>
                  </a:cubicBezTo>
                  <a:lnTo>
                    <a:pt x="1585821" y="2353605"/>
                  </a:lnTo>
                  <a:cubicBezTo>
                    <a:pt x="1585821" y="2353605"/>
                    <a:pt x="90005" y="2483692"/>
                    <a:pt x="3593" y="1265608"/>
                  </a:cubicBezTo>
                  <a:cubicBezTo>
                    <a:pt x="-82816" y="47521"/>
                    <a:pt x="1374651" y="6131"/>
                    <a:pt x="1484101" y="6131"/>
                  </a:cubicBezTo>
                  <a:cubicBezTo>
                    <a:pt x="1593559" y="6131"/>
                    <a:pt x="1615846" y="-87"/>
                    <a:pt x="1615846" y="-87"/>
                  </a:cubicBezTo>
                  <a:close/>
                </a:path>
              </a:pathLst>
            </a:custGeom>
            <a:solidFill>
              <a:srgbClr val="FFFFFF"/>
            </a:solidFill>
            <a:ln w="24408" cap="flat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grpSp>
          <p:nvGrpSpPr>
            <p:cNvPr id="21" name="Gráfico 5">
              <a:extLst>
                <a:ext uri="{FF2B5EF4-FFF2-40B4-BE49-F238E27FC236}">
                  <a16:creationId xmlns:a16="http://schemas.microsoft.com/office/drawing/2014/main" id="{E9197A3E-78BA-7A77-543C-8F93D7256874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284301" y="19323546"/>
              <a:ext cx="1562611" cy="2361525"/>
              <a:chOff x="4284301" y="19323546"/>
              <a:chExt cx="1562611" cy="2361525"/>
            </a:xfrm>
            <a:solidFill>
              <a:srgbClr val="FFFFFF"/>
            </a:solidFill>
          </p:grpSpPr>
          <p:sp>
            <p:nvSpPr>
              <p:cNvPr id="22" name="Forma Livre: Forma 21">
                <a:extLst>
                  <a:ext uri="{FF2B5EF4-FFF2-40B4-BE49-F238E27FC236}">
                    <a16:creationId xmlns:a16="http://schemas.microsoft.com/office/drawing/2014/main" id="{0DEF8C94-D256-5CA8-D932-7500A98A59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96556" y="20212921"/>
                <a:ext cx="1550356" cy="1472150"/>
              </a:xfrm>
              <a:custGeom>
                <a:avLst/>
                <a:gdLst>
                  <a:gd name="csX0" fmla="*/ -102 w 1550356"/>
                  <a:gd name="csY0" fmla="*/ 1472079 h 1472150"/>
                  <a:gd name="csX1" fmla="*/ 694326 w 1550356"/>
                  <a:gd name="csY1" fmla="*/ 1472079 h 1472150"/>
                  <a:gd name="csX2" fmla="*/ 694326 w 1550356"/>
                  <a:gd name="csY2" fmla="*/ 555139 h 1472150"/>
                  <a:gd name="csX3" fmla="*/ 1550255 w 1550356"/>
                  <a:gd name="csY3" fmla="*/ 552167 h 1472150"/>
                  <a:gd name="csX4" fmla="*/ 1550255 w 1550356"/>
                  <a:gd name="csY4" fmla="*/ -71 h 1472150"/>
                  <a:gd name="csX5" fmla="*/ 1298 w 1550356"/>
                  <a:gd name="csY5" fmla="*/ -71 h 14721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1550356" h="1472150">
                    <a:moveTo>
                      <a:pt x="-102" y="1472079"/>
                    </a:moveTo>
                    <a:lnTo>
                      <a:pt x="694326" y="1472079"/>
                    </a:lnTo>
                    <a:lnTo>
                      <a:pt x="694326" y="555139"/>
                    </a:lnTo>
                    <a:lnTo>
                      <a:pt x="1550255" y="552167"/>
                    </a:lnTo>
                    <a:lnTo>
                      <a:pt x="1550255" y="-71"/>
                    </a:lnTo>
                    <a:lnTo>
                      <a:pt x="1298" y="-71"/>
                    </a:lnTo>
                    <a:close/>
                  </a:path>
                </a:pathLst>
              </a:custGeom>
              <a:solidFill>
                <a:srgbClr val="FFFFFF"/>
              </a:solidFill>
              <a:ln w="2448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3" name="Forma Livre: Forma 22">
                <a:extLst>
                  <a:ext uri="{FF2B5EF4-FFF2-40B4-BE49-F238E27FC236}">
                    <a16:creationId xmlns:a16="http://schemas.microsoft.com/office/drawing/2014/main" id="{33F6992E-0F4B-45F2-26CE-C3E3916F410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84301" y="19323546"/>
                <a:ext cx="1550367" cy="582997"/>
              </a:xfrm>
              <a:custGeom>
                <a:avLst/>
                <a:gdLst>
                  <a:gd name="csX0" fmla="*/ -102 w 1550367"/>
                  <a:gd name="csY0" fmla="*/ 582926 h 582997"/>
                  <a:gd name="csX1" fmla="*/ 1550266 w 1550367"/>
                  <a:gd name="csY1" fmla="*/ 579952 h 582997"/>
                  <a:gd name="csX2" fmla="*/ 1550266 w 1550367"/>
                  <a:gd name="csY2" fmla="*/ -71 h 582997"/>
                  <a:gd name="csX3" fmla="*/ -102 w 1550367"/>
                  <a:gd name="csY3" fmla="*/ -71 h 5829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550367" h="582997">
                    <a:moveTo>
                      <a:pt x="-102" y="582926"/>
                    </a:moveTo>
                    <a:lnTo>
                      <a:pt x="1550266" y="579952"/>
                    </a:lnTo>
                    <a:lnTo>
                      <a:pt x="1550266" y="-71"/>
                    </a:lnTo>
                    <a:lnTo>
                      <a:pt x="-102" y="-71"/>
                    </a:lnTo>
                    <a:close/>
                  </a:path>
                </a:pathLst>
              </a:custGeom>
              <a:solidFill>
                <a:srgbClr val="FFFFFF"/>
              </a:solidFill>
              <a:ln w="2448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24" name="Gráfico 5">
              <a:extLst>
                <a:ext uri="{FF2B5EF4-FFF2-40B4-BE49-F238E27FC236}">
                  <a16:creationId xmlns:a16="http://schemas.microsoft.com/office/drawing/2014/main" id="{CF4866C0-E8C6-3E82-EA99-71606546CDB9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039175" y="19323707"/>
              <a:ext cx="1575559" cy="2361204"/>
              <a:chOff x="6039175" y="19323707"/>
              <a:chExt cx="1575559" cy="2361204"/>
            </a:xfrm>
            <a:solidFill>
              <a:srgbClr val="FFFFFF"/>
            </a:solidFill>
          </p:grpSpPr>
          <p:sp>
            <p:nvSpPr>
              <p:cNvPr id="25" name="Forma Livre: Forma 24">
                <a:extLst>
                  <a:ext uri="{FF2B5EF4-FFF2-40B4-BE49-F238E27FC236}">
                    <a16:creationId xmlns:a16="http://schemas.microsoft.com/office/drawing/2014/main" id="{A8785517-05CF-11E0-3F37-0725FAA1E22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47815" y="19323707"/>
                <a:ext cx="1561159" cy="578253"/>
              </a:xfrm>
              <a:custGeom>
                <a:avLst/>
                <a:gdLst>
                  <a:gd name="csX0" fmla="*/ -102 w 1561159"/>
                  <a:gd name="csY0" fmla="*/ -71 h 578253"/>
                  <a:gd name="csX1" fmla="*/ 1561058 w 1561159"/>
                  <a:gd name="csY1" fmla="*/ -71 h 578253"/>
                  <a:gd name="csX2" fmla="*/ 1561058 w 1561159"/>
                  <a:gd name="csY2" fmla="*/ 578183 h 578253"/>
                  <a:gd name="csX3" fmla="*/ -102 w 1561159"/>
                  <a:gd name="csY3" fmla="*/ 574470 h 57825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561159" h="578253">
                    <a:moveTo>
                      <a:pt x="-102" y="-71"/>
                    </a:moveTo>
                    <a:lnTo>
                      <a:pt x="1561058" y="-71"/>
                    </a:lnTo>
                    <a:lnTo>
                      <a:pt x="1561058" y="578183"/>
                    </a:lnTo>
                    <a:lnTo>
                      <a:pt x="-102" y="574470"/>
                    </a:lnTo>
                    <a:close/>
                  </a:path>
                </a:pathLst>
              </a:custGeom>
              <a:solidFill>
                <a:srgbClr val="FFFFFF"/>
              </a:solidFill>
              <a:ln w="24636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6" name="Forma Livre: Forma 25">
                <a:extLst>
                  <a:ext uri="{FF2B5EF4-FFF2-40B4-BE49-F238E27FC236}">
                    <a16:creationId xmlns:a16="http://schemas.microsoft.com/office/drawing/2014/main" id="{2BF2AEA3-7B72-388F-E838-B7C5800A305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9175" y="20185064"/>
                <a:ext cx="1575559" cy="1499846"/>
              </a:xfrm>
              <a:custGeom>
                <a:avLst/>
                <a:gdLst>
                  <a:gd name="csX0" fmla="*/ 2779 w 1575559"/>
                  <a:gd name="csY0" fmla="*/ -71 h 1499846"/>
                  <a:gd name="csX1" fmla="*/ 1575458 w 1575559"/>
                  <a:gd name="csY1" fmla="*/ -71 h 1499846"/>
                  <a:gd name="csX2" fmla="*/ 1575458 w 1575559"/>
                  <a:gd name="csY2" fmla="*/ 638418 h 1499846"/>
                  <a:gd name="csX3" fmla="*/ 659502 w 1575559"/>
                  <a:gd name="csY3" fmla="*/ 638418 h 1499846"/>
                  <a:gd name="csX4" fmla="*/ 659502 w 1575559"/>
                  <a:gd name="csY4" fmla="*/ 927546 h 1499846"/>
                  <a:gd name="csX5" fmla="*/ 1558176 w 1575559"/>
                  <a:gd name="csY5" fmla="*/ 927546 h 1499846"/>
                  <a:gd name="csX6" fmla="*/ 1558176 w 1575559"/>
                  <a:gd name="csY6" fmla="*/ 1499776 h 1499846"/>
                  <a:gd name="csX7" fmla="*/ -102 w 1575559"/>
                  <a:gd name="csY7" fmla="*/ 1499776 h 149984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1575559" h="1499846">
                    <a:moveTo>
                      <a:pt x="2779" y="-71"/>
                    </a:moveTo>
                    <a:lnTo>
                      <a:pt x="1575458" y="-71"/>
                    </a:lnTo>
                    <a:lnTo>
                      <a:pt x="1575458" y="638418"/>
                    </a:lnTo>
                    <a:lnTo>
                      <a:pt x="659502" y="638418"/>
                    </a:lnTo>
                    <a:lnTo>
                      <a:pt x="659502" y="927546"/>
                    </a:lnTo>
                    <a:lnTo>
                      <a:pt x="1558176" y="927546"/>
                    </a:lnTo>
                    <a:lnTo>
                      <a:pt x="1558176" y="1499776"/>
                    </a:lnTo>
                    <a:lnTo>
                      <a:pt x="-102" y="1499776"/>
                    </a:lnTo>
                    <a:close/>
                  </a:path>
                </a:pathLst>
              </a:custGeom>
              <a:solidFill>
                <a:srgbClr val="FFFFFF"/>
              </a:solidFill>
              <a:ln w="24636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27" name="Gráfico 5">
              <a:extLst>
                <a:ext uri="{FF2B5EF4-FFF2-40B4-BE49-F238E27FC236}">
                  <a16:creationId xmlns:a16="http://schemas.microsoft.com/office/drawing/2014/main" id="{E71514E4-1742-E978-7302-A7C838926EA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7813866" y="19340979"/>
              <a:ext cx="2621133" cy="2361210"/>
              <a:chOff x="7813866" y="19340979"/>
              <a:chExt cx="2621133" cy="2361210"/>
            </a:xfrm>
            <a:solidFill>
              <a:srgbClr val="FFFFFF"/>
            </a:solidFill>
          </p:grpSpPr>
          <p:sp>
            <p:nvSpPr>
              <p:cNvPr id="28" name="Forma Livre: Forma 27">
                <a:extLst>
                  <a:ext uri="{FF2B5EF4-FFF2-40B4-BE49-F238E27FC236}">
                    <a16:creationId xmlns:a16="http://schemas.microsoft.com/office/drawing/2014/main" id="{5496F5D3-4A54-1AFD-0E2B-7AD34C37BED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7813866" y="19340979"/>
                <a:ext cx="2621133" cy="2361106"/>
              </a:xfrm>
              <a:custGeom>
                <a:avLst/>
                <a:gdLst>
                  <a:gd name="csX0" fmla="*/ 679672 w 2621133"/>
                  <a:gd name="csY0" fmla="*/ 553657 h 2361106"/>
                  <a:gd name="csX1" fmla="*/ 1722364 w 2621133"/>
                  <a:gd name="csY1" fmla="*/ 541564 h 2361106"/>
                  <a:gd name="csX2" fmla="*/ 1961433 w 2621133"/>
                  <a:gd name="csY2" fmla="*/ 739944 h 2361106"/>
                  <a:gd name="csX3" fmla="*/ 1961433 w 2621133"/>
                  <a:gd name="csY3" fmla="*/ 2361035 h 2361106"/>
                  <a:gd name="csX4" fmla="*/ 2615279 w 2621133"/>
                  <a:gd name="csY4" fmla="*/ 2361035 h 2361106"/>
                  <a:gd name="csX5" fmla="*/ 2621033 w 2621133"/>
                  <a:gd name="csY5" fmla="*/ 378317 h 2361106"/>
                  <a:gd name="csX6" fmla="*/ 2177455 w 2621133"/>
                  <a:gd name="csY6" fmla="*/ 6466 h 2361106"/>
                  <a:gd name="csX7" fmla="*/ -101 w 2621133"/>
                  <a:gd name="csY7" fmla="*/ 417 h 2361106"/>
                  <a:gd name="csX8" fmla="*/ -101 w 2621133"/>
                  <a:gd name="csY8" fmla="*/ 2361035 h 2361106"/>
                  <a:gd name="csX9" fmla="*/ 673900 w 2621133"/>
                  <a:gd name="csY9" fmla="*/ 2361035 h 236110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2621133" h="2361106">
                    <a:moveTo>
                      <a:pt x="679672" y="553657"/>
                    </a:moveTo>
                    <a:lnTo>
                      <a:pt x="1722364" y="541564"/>
                    </a:lnTo>
                    <a:cubicBezTo>
                      <a:pt x="1722364" y="541564"/>
                      <a:pt x="1958553" y="525299"/>
                      <a:pt x="1961433" y="739944"/>
                    </a:cubicBezTo>
                    <a:cubicBezTo>
                      <a:pt x="1972943" y="921336"/>
                      <a:pt x="1961433" y="2361035"/>
                      <a:pt x="1961433" y="2361035"/>
                    </a:cubicBezTo>
                    <a:lnTo>
                      <a:pt x="2615279" y="2361035"/>
                    </a:lnTo>
                    <a:lnTo>
                      <a:pt x="2621033" y="378317"/>
                    </a:lnTo>
                    <a:cubicBezTo>
                      <a:pt x="2621033" y="378317"/>
                      <a:pt x="2615279" y="15534"/>
                      <a:pt x="2177455" y="6466"/>
                    </a:cubicBezTo>
                    <a:cubicBezTo>
                      <a:pt x="1738778" y="-2622"/>
                      <a:pt x="-101" y="417"/>
                      <a:pt x="-101" y="417"/>
                    </a:cubicBezTo>
                    <a:lnTo>
                      <a:pt x="-101" y="2361035"/>
                    </a:lnTo>
                    <a:lnTo>
                      <a:pt x="673900" y="2361035"/>
                    </a:lnTo>
                    <a:close/>
                  </a:path>
                </a:pathLst>
              </a:custGeom>
              <a:solidFill>
                <a:srgbClr val="FFFFFF"/>
              </a:solidFill>
              <a:ln w="2468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9" name="Forma Livre: Forma 28">
                <a:extLst>
                  <a:ext uri="{FF2B5EF4-FFF2-40B4-BE49-F238E27FC236}">
                    <a16:creationId xmlns:a16="http://schemas.microsoft.com/office/drawing/2014/main" id="{7609BD43-35E5-116C-B7E9-563B501907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8779434" y="20262714"/>
                <a:ext cx="684340" cy="1439474"/>
              </a:xfrm>
              <a:custGeom>
                <a:avLst/>
                <a:gdLst>
                  <a:gd name="csX0" fmla="*/ 801 w 684340"/>
                  <a:gd name="csY0" fmla="*/ -71 h 1439474"/>
                  <a:gd name="csX1" fmla="*/ 684240 w 684340"/>
                  <a:gd name="csY1" fmla="*/ -71 h 1439474"/>
                  <a:gd name="csX2" fmla="*/ 684240 w 684340"/>
                  <a:gd name="csY2" fmla="*/ 1439404 h 1439474"/>
                  <a:gd name="csX3" fmla="*/ -101 w 684340"/>
                  <a:gd name="csY3" fmla="*/ 1439404 h 143947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84340" h="1439474">
                    <a:moveTo>
                      <a:pt x="801" y="-71"/>
                    </a:moveTo>
                    <a:lnTo>
                      <a:pt x="684240" y="-71"/>
                    </a:lnTo>
                    <a:lnTo>
                      <a:pt x="684240" y="1439404"/>
                    </a:lnTo>
                    <a:lnTo>
                      <a:pt x="-101" y="1439404"/>
                    </a:lnTo>
                    <a:close/>
                  </a:path>
                </a:pathLst>
              </a:custGeom>
              <a:solidFill>
                <a:srgbClr val="FFFFFF"/>
              </a:solidFill>
              <a:ln w="2448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30" name="Gráfico 5">
              <a:extLst>
                <a:ext uri="{FF2B5EF4-FFF2-40B4-BE49-F238E27FC236}">
                  <a16:creationId xmlns:a16="http://schemas.microsoft.com/office/drawing/2014/main" id="{8D03355E-8060-2200-DA03-0A1E9B09F98A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10589164" y="19323707"/>
              <a:ext cx="1575559" cy="2361204"/>
              <a:chOff x="10589164" y="19323707"/>
              <a:chExt cx="1575559" cy="2361204"/>
            </a:xfrm>
            <a:solidFill>
              <a:srgbClr val="FFFFFF"/>
            </a:solidFill>
          </p:grpSpPr>
          <p:sp>
            <p:nvSpPr>
              <p:cNvPr id="31" name="Forma Livre: Forma 30">
                <a:extLst>
                  <a:ext uri="{FF2B5EF4-FFF2-40B4-BE49-F238E27FC236}">
                    <a16:creationId xmlns:a16="http://schemas.microsoft.com/office/drawing/2014/main" id="{42EAA0C0-C549-9030-193D-DE495D1F3AE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10597802" y="19323707"/>
                <a:ext cx="1561159" cy="578253"/>
              </a:xfrm>
              <a:custGeom>
                <a:avLst/>
                <a:gdLst>
                  <a:gd name="csX0" fmla="*/ -102 w 1561159"/>
                  <a:gd name="csY0" fmla="*/ -71 h 578253"/>
                  <a:gd name="csX1" fmla="*/ 1561058 w 1561159"/>
                  <a:gd name="csY1" fmla="*/ -71 h 578253"/>
                  <a:gd name="csX2" fmla="*/ 1561058 w 1561159"/>
                  <a:gd name="csY2" fmla="*/ 578183 h 578253"/>
                  <a:gd name="csX3" fmla="*/ -102 w 1561159"/>
                  <a:gd name="csY3" fmla="*/ 574470 h 57825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561159" h="578253">
                    <a:moveTo>
                      <a:pt x="-102" y="-71"/>
                    </a:moveTo>
                    <a:lnTo>
                      <a:pt x="1561058" y="-71"/>
                    </a:lnTo>
                    <a:lnTo>
                      <a:pt x="1561058" y="578183"/>
                    </a:lnTo>
                    <a:lnTo>
                      <a:pt x="-102" y="574470"/>
                    </a:lnTo>
                    <a:close/>
                  </a:path>
                </a:pathLst>
              </a:custGeom>
              <a:solidFill>
                <a:srgbClr val="FFFFFF"/>
              </a:solidFill>
              <a:ln w="24636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2" name="Forma Livre: Forma 31">
                <a:extLst>
                  <a:ext uri="{FF2B5EF4-FFF2-40B4-BE49-F238E27FC236}">
                    <a16:creationId xmlns:a16="http://schemas.microsoft.com/office/drawing/2014/main" id="{00B79140-02E1-0BF4-58F1-8A13DE6E4C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10589164" y="20185064"/>
                <a:ext cx="1575559" cy="1499846"/>
              </a:xfrm>
              <a:custGeom>
                <a:avLst/>
                <a:gdLst>
                  <a:gd name="csX0" fmla="*/ 2779 w 1575559"/>
                  <a:gd name="csY0" fmla="*/ -71 h 1499846"/>
                  <a:gd name="csX1" fmla="*/ 1575458 w 1575559"/>
                  <a:gd name="csY1" fmla="*/ -71 h 1499846"/>
                  <a:gd name="csX2" fmla="*/ 1575458 w 1575559"/>
                  <a:gd name="csY2" fmla="*/ 638418 h 1499846"/>
                  <a:gd name="csX3" fmla="*/ 659500 w 1575559"/>
                  <a:gd name="csY3" fmla="*/ 638418 h 1499846"/>
                  <a:gd name="csX4" fmla="*/ 659500 w 1575559"/>
                  <a:gd name="csY4" fmla="*/ 927546 h 1499846"/>
                  <a:gd name="csX5" fmla="*/ 1558174 w 1575559"/>
                  <a:gd name="csY5" fmla="*/ 927546 h 1499846"/>
                  <a:gd name="csX6" fmla="*/ 1558174 w 1575559"/>
                  <a:gd name="csY6" fmla="*/ 1499776 h 1499846"/>
                  <a:gd name="csX7" fmla="*/ -102 w 1575559"/>
                  <a:gd name="csY7" fmla="*/ 1499776 h 149984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1575559" h="1499846">
                    <a:moveTo>
                      <a:pt x="2779" y="-71"/>
                    </a:moveTo>
                    <a:lnTo>
                      <a:pt x="1575458" y="-71"/>
                    </a:lnTo>
                    <a:lnTo>
                      <a:pt x="1575458" y="638418"/>
                    </a:lnTo>
                    <a:lnTo>
                      <a:pt x="659500" y="638418"/>
                    </a:lnTo>
                    <a:lnTo>
                      <a:pt x="659500" y="927546"/>
                    </a:lnTo>
                    <a:lnTo>
                      <a:pt x="1558174" y="927546"/>
                    </a:lnTo>
                    <a:lnTo>
                      <a:pt x="1558174" y="1499776"/>
                    </a:lnTo>
                    <a:lnTo>
                      <a:pt x="-102" y="1499776"/>
                    </a:lnTo>
                    <a:close/>
                  </a:path>
                </a:pathLst>
              </a:custGeom>
              <a:solidFill>
                <a:srgbClr val="FFFFFF"/>
              </a:solidFill>
              <a:ln w="24636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</p:grpSp>
      </p:grpSp>
      <p:grpSp>
        <p:nvGrpSpPr>
          <p:cNvPr id="107" name="Agrupar 106">
            <a:extLst>
              <a:ext uri="{FF2B5EF4-FFF2-40B4-BE49-F238E27FC236}">
                <a16:creationId xmlns:a16="http://schemas.microsoft.com/office/drawing/2014/main" id="{3F254E45-0C27-1C23-4697-91684AEE92A0}"/>
              </a:ext>
            </a:extLst>
          </p:cNvPr>
          <p:cNvGrpSpPr/>
          <p:nvPr/>
        </p:nvGrpSpPr>
        <p:grpSpPr>
          <a:xfrm>
            <a:off x="515545" y="1174072"/>
            <a:ext cx="10130409" cy="3787094"/>
            <a:chOff x="-8539889" y="2650801"/>
            <a:chExt cx="10130409" cy="3787094"/>
          </a:xfrm>
        </p:grpSpPr>
        <p:sp>
          <p:nvSpPr>
            <p:cNvPr id="91" name="Forma Livre: Forma 90">
              <a:extLst>
                <a:ext uri="{FF2B5EF4-FFF2-40B4-BE49-F238E27FC236}">
                  <a16:creationId xmlns:a16="http://schemas.microsoft.com/office/drawing/2014/main" id="{DA0A8BA1-B232-E464-6872-3493346AF055}"/>
                </a:ext>
              </a:extLst>
            </p:cNvPr>
            <p:cNvSpPr/>
            <p:nvPr/>
          </p:nvSpPr>
          <p:spPr>
            <a:xfrm>
              <a:off x="-8539889" y="2650801"/>
              <a:ext cx="4409938" cy="3787094"/>
            </a:xfrm>
            <a:custGeom>
              <a:avLst/>
              <a:gdLst>
                <a:gd name="csX0" fmla="*/ 3881541 w 4409938"/>
                <a:gd name="csY0" fmla="*/ 817757 h 3787094"/>
                <a:gd name="csX1" fmla="*/ 3905405 w 4409938"/>
                <a:gd name="csY1" fmla="*/ 859191 h 3787094"/>
                <a:gd name="csX2" fmla="*/ 3925242 w 4409938"/>
                <a:gd name="csY2" fmla="*/ 903113 h 3787094"/>
                <a:gd name="csX3" fmla="*/ 3940863 w 4409938"/>
                <a:gd name="csY3" fmla="*/ 949427 h 3787094"/>
                <a:gd name="csX4" fmla="*/ 3952362 w 4409938"/>
                <a:gd name="csY4" fmla="*/ 997944 h 3787094"/>
                <a:gd name="csX5" fmla="*/ 3959647 w 4409938"/>
                <a:gd name="csY5" fmla="*/ 1048755 h 3787094"/>
                <a:gd name="csX6" fmla="*/ 3962713 w 4409938"/>
                <a:gd name="csY6" fmla="*/ 1101482 h 3787094"/>
                <a:gd name="csX7" fmla="*/ 3961467 w 4409938"/>
                <a:gd name="csY7" fmla="*/ 1156122 h 3787094"/>
                <a:gd name="csX8" fmla="*/ 3956100 w 4409938"/>
                <a:gd name="csY8" fmla="*/ 1212580 h 3787094"/>
                <a:gd name="csX9" fmla="*/ 3946420 w 4409938"/>
                <a:gd name="csY9" fmla="*/ 1270665 h 3787094"/>
                <a:gd name="csX10" fmla="*/ 3932621 w 4409938"/>
                <a:gd name="csY10" fmla="*/ 1330281 h 3787094"/>
                <a:gd name="csX11" fmla="*/ 3914604 w 4409938"/>
                <a:gd name="csY11" fmla="*/ 1391236 h 3787094"/>
                <a:gd name="csX12" fmla="*/ 3892563 w 4409938"/>
                <a:gd name="csY12" fmla="*/ 1453436 h 3787094"/>
                <a:gd name="csX13" fmla="*/ 3866304 w 4409938"/>
                <a:gd name="csY13" fmla="*/ 1516592 h 3787094"/>
                <a:gd name="csX14" fmla="*/ 3836117 w 4409938"/>
                <a:gd name="csY14" fmla="*/ 1580705 h 3787094"/>
                <a:gd name="csX15" fmla="*/ 3802000 w 4409938"/>
                <a:gd name="csY15" fmla="*/ 1645584 h 3787094"/>
                <a:gd name="csX16" fmla="*/ 3764051 w 4409938"/>
                <a:gd name="csY16" fmla="*/ 1711132 h 3787094"/>
                <a:gd name="csX17" fmla="*/ 3722363 w 4409938"/>
                <a:gd name="csY17" fmla="*/ 1777064 h 3787094"/>
                <a:gd name="csX18" fmla="*/ 3677033 w 4409938"/>
                <a:gd name="csY18" fmla="*/ 1843188 h 3787094"/>
                <a:gd name="csX19" fmla="*/ 3628063 w 4409938"/>
                <a:gd name="csY19" fmla="*/ 1909502 h 3787094"/>
                <a:gd name="csX20" fmla="*/ 3575738 w 4409938"/>
                <a:gd name="csY20" fmla="*/ 1975816 h 3787094"/>
                <a:gd name="csX21" fmla="*/ 3520058 w 4409938"/>
                <a:gd name="csY21" fmla="*/ 2041939 h 3787094"/>
                <a:gd name="csX22" fmla="*/ 3461312 w 4409938"/>
                <a:gd name="csY22" fmla="*/ 2107680 h 3787094"/>
                <a:gd name="csX23" fmla="*/ 3399404 w 4409938"/>
                <a:gd name="csY23" fmla="*/ 2172845 h 3787094"/>
                <a:gd name="csX24" fmla="*/ 3334716 w 4409938"/>
                <a:gd name="csY24" fmla="*/ 2237341 h 3787094"/>
                <a:gd name="csX25" fmla="*/ 3267250 w 4409938"/>
                <a:gd name="csY25" fmla="*/ 2301072 h 3787094"/>
                <a:gd name="csX26" fmla="*/ 3197292 w 4409938"/>
                <a:gd name="csY26" fmla="*/ 2363846 h 3787094"/>
                <a:gd name="csX27" fmla="*/ 3124842 w 4409938"/>
                <a:gd name="csY27" fmla="*/ 2425375 h 3787094"/>
                <a:gd name="csX28" fmla="*/ 3050283 w 4409938"/>
                <a:gd name="csY28" fmla="*/ 2485757 h 3787094"/>
                <a:gd name="csX29" fmla="*/ 2973617 w 4409938"/>
                <a:gd name="csY29" fmla="*/ 2544607 h 3787094"/>
                <a:gd name="csX30" fmla="*/ 2895130 w 4409938"/>
                <a:gd name="csY30" fmla="*/ 2601926 h 3787094"/>
                <a:gd name="csX31" fmla="*/ 2815012 w 4409938"/>
                <a:gd name="csY31" fmla="*/ 2657524 h 3787094"/>
                <a:gd name="csX32" fmla="*/ 2733362 w 4409938"/>
                <a:gd name="csY32" fmla="*/ 2711301 h 3787094"/>
                <a:gd name="csX33" fmla="*/ 2650465 w 4409938"/>
                <a:gd name="csY33" fmla="*/ 2763165 h 3787094"/>
                <a:gd name="csX34" fmla="*/ 2566514 w 4409938"/>
                <a:gd name="csY34" fmla="*/ 2812828 h 3787094"/>
                <a:gd name="csX35" fmla="*/ 2481607 w 4409938"/>
                <a:gd name="csY35" fmla="*/ 2860290 h 3787094"/>
                <a:gd name="csX36" fmla="*/ 2396123 w 4409938"/>
                <a:gd name="csY36" fmla="*/ 2905457 h 3787094"/>
                <a:gd name="csX37" fmla="*/ 2310161 w 4409938"/>
                <a:gd name="csY37" fmla="*/ 2948232 h 3787094"/>
                <a:gd name="csX38" fmla="*/ 2223911 w 4409938"/>
                <a:gd name="csY38" fmla="*/ 2988422 h 3787094"/>
                <a:gd name="csX39" fmla="*/ 2137661 w 4409938"/>
                <a:gd name="csY39" fmla="*/ 3025934 h 3787094"/>
                <a:gd name="csX40" fmla="*/ 2051506 w 4409938"/>
                <a:gd name="csY40" fmla="*/ 3060765 h 3787094"/>
                <a:gd name="csX41" fmla="*/ 1965831 w 4409938"/>
                <a:gd name="csY41" fmla="*/ 3092726 h 3787094"/>
                <a:gd name="csX42" fmla="*/ 1880636 w 4409938"/>
                <a:gd name="csY42" fmla="*/ 3121912 h 3787094"/>
                <a:gd name="csX43" fmla="*/ 1796206 w 4409938"/>
                <a:gd name="csY43" fmla="*/ 3148036 h 3787094"/>
                <a:gd name="csX44" fmla="*/ 1712831 w 4409938"/>
                <a:gd name="csY44" fmla="*/ 3171194 h 3787094"/>
                <a:gd name="csX45" fmla="*/ 1630607 w 4409938"/>
                <a:gd name="csY45" fmla="*/ 3191288 h 3787094"/>
                <a:gd name="csX46" fmla="*/ 1549819 w 4409938"/>
                <a:gd name="csY46" fmla="*/ 3208130 h 3787094"/>
                <a:gd name="csX47" fmla="*/ 1470564 w 4409938"/>
                <a:gd name="csY47" fmla="*/ 3221910 h 3787094"/>
                <a:gd name="csX48" fmla="*/ 1393035 w 4409938"/>
                <a:gd name="csY48" fmla="*/ 3232532 h 3787094"/>
                <a:gd name="csX49" fmla="*/ 1317519 w 4409938"/>
                <a:gd name="csY49" fmla="*/ 3239804 h 3787094"/>
                <a:gd name="csX50" fmla="*/ 1244206 w 4409938"/>
                <a:gd name="csY50" fmla="*/ 3243919 h 3787094"/>
                <a:gd name="csX51" fmla="*/ 1173098 w 4409938"/>
                <a:gd name="csY51" fmla="*/ 3244780 h 3787094"/>
                <a:gd name="csX52" fmla="*/ 1104481 w 4409938"/>
                <a:gd name="csY52" fmla="*/ 3242388 h 3787094"/>
                <a:gd name="csX53" fmla="*/ 1038548 w 4409938"/>
                <a:gd name="csY53" fmla="*/ 3236742 h 3787094"/>
                <a:gd name="csX54" fmla="*/ 975394 w 4409938"/>
                <a:gd name="csY54" fmla="*/ 3227843 h 3787094"/>
                <a:gd name="csX55" fmla="*/ 915307 w 4409938"/>
                <a:gd name="csY55" fmla="*/ 3215690 h 3787094"/>
                <a:gd name="csX56" fmla="*/ 858189 w 4409938"/>
                <a:gd name="csY56" fmla="*/ 3200379 h 3787094"/>
                <a:gd name="csX57" fmla="*/ 804427 w 4409938"/>
                <a:gd name="csY57" fmla="*/ 3182007 h 3787094"/>
                <a:gd name="csX58" fmla="*/ 753923 w 4409938"/>
                <a:gd name="csY58" fmla="*/ 3160380 h 3787094"/>
                <a:gd name="csX59" fmla="*/ 707060 w 4409938"/>
                <a:gd name="csY59" fmla="*/ 3135787 h 3787094"/>
                <a:gd name="csX60" fmla="*/ 663648 w 4409938"/>
                <a:gd name="csY60" fmla="*/ 3108228 h 3787094"/>
                <a:gd name="csX61" fmla="*/ 624069 w 4409938"/>
                <a:gd name="csY61" fmla="*/ 3077703 h 3787094"/>
                <a:gd name="csX62" fmla="*/ 588227 w 4409938"/>
                <a:gd name="csY62" fmla="*/ 3044306 h 3787094"/>
                <a:gd name="csX63" fmla="*/ 556314 w 4409938"/>
                <a:gd name="csY63" fmla="*/ 3008231 h 3787094"/>
                <a:gd name="csX64" fmla="*/ 528426 w 4409938"/>
                <a:gd name="csY64" fmla="*/ 2969380 h 3787094"/>
                <a:gd name="csX65" fmla="*/ 504468 w 4409938"/>
                <a:gd name="csY65" fmla="*/ 2927946 h 3787094"/>
                <a:gd name="csX66" fmla="*/ 484630 w 4409938"/>
                <a:gd name="csY66" fmla="*/ 2884023 h 3787094"/>
                <a:gd name="csX67" fmla="*/ 469009 w 4409938"/>
                <a:gd name="csY67" fmla="*/ 2837708 h 3787094"/>
                <a:gd name="csX68" fmla="*/ 457509 w 4409938"/>
                <a:gd name="csY68" fmla="*/ 2789193 h 3787094"/>
                <a:gd name="csX69" fmla="*/ 450226 w 4409938"/>
                <a:gd name="csY69" fmla="*/ 2738381 h 3787094"/>
                <a:gd name="csX70" fmla="*/ 447159 w 4409938"/>
                <a:gd name="csY70" fmla="*/ 2685655 h 3787094"/>
                <a:gd name="csX71" fmla="*/ 448405 w 4409938"/>
                <a:gd name="csY71" fmla="*/ 2631015 h 3787094"/>
                <a:gd name="csX72" fmla="*/ 453772 w 4409938"/>
                <a:gd name="csY72" fmla="*/ 2574557 h 3787094"/>
                <a:gd name="csX73" fmla="*/ 463451 w 4409938"/>
                <a:gd name="csY73" fmla="*/ 2516472 h 3787094"/>
                <a:gd name="csX74" fmla="*/ 477251 w 4409938"/>
                <a:gd name="csY74" fmla="*/ 2456856 h 3787094"/>
                <a:gd name="csX75" fmla="*/ 495267 w 4409938"/>
                <a:gd name="csY75" fmla="*/ 2395901 h 3787094"/>
                <a:gd name="csX76" fmla="*/ 517405 w 4409938"/>
                <a:gd name="csY76" fmla="*/ 2333701 h 3787094"/>
                <a:gd name="csX77" fmla="*/ 543568 w 4409938"/>
                <a:gd name="csY77" fmla="*/ 2270545 h 3787094"/>
                <a:gd name="csX78" fmla="*/ 573756 w 4409938"/>
                <a:gd name="csY78" fmla="*/ 2206431 h 3787094"/>
                <a:gd name="csX79" fmla="*/ 607872 w 4409938"/>
                <a:gd name="csY79" fmla="*/ 2141552 h 3787094"/>
                <a:gd name="csX80" fmla="*/ 645822 w 4409938"/>
                <a:gd name="csY80" fmla="*/ 2076004 h 3787094"/>
                <a:gd name="csX81" fmla="*/ 687510 w 4409938"/>
                <a:gd name="csY81" fmla="*/ 2010072 h 3787094"/>
                <a:gd name="csX82" fmla="*/ 732838 w 4409938"/>
                <a:gd name="csY82" fmla="*/ 1943950 h 3787094"/>
                <a:gd name="csX83" fmla="*/ 781810 w 4409938"/>
                <a:gd name="csY83" fmla="*/ 1877635 h 3787094"/>
                <a:gd name="csX84" fmla="*/ 834134 w 4409938"/>
                <a:gd name="csY84" fmla="*/ 1811321 h 3787094"/>
                <a:gd name="csX85" fmla="*/ 889813 w 4409938"/>
                <a:gd name="csY85" fmla="*/ 1745198 h 3787094"/>
                <a:gd name="csX86" fmla="*/ 948559 w 4409938"/>
                <a:gd name="csY86" fmla="*/ 1679458 h 3787094"/>
                <a:gd name="csX87" fmla="*/ 1010468 w 4409938"/>
                <a:gd name="csY87" fmla="*/ 1614292 h 3787094"/>
                <a:gd name="csX88" fmla="*/ 1075156 w 4409938"/>
                <a:gd name="csY88" fmla="*/ 1549796 h 3787094"/>
                <a:gd name="csX89" fmla="*/ 1142622 w 4409938"/>
                <a:gd name="csY89" fmla="*/ 1486065 h 3787094"/>
                <a:gd name="csX90" fmla="*/ 1212581 w 4409938"/>
                <a:gd name="csY90" fmla="*/ 1423291 h 3787094"/>
                <a:gd name="csX91" fmla="*/ 1285031 w 4409938"/>
                <a:gd name="csY91" fmla="*/ 1361762 h 3787094"/>
                <a:gd name="csX92" fmla="*/ 1359588 w 4409938"/>
                <a:gd name="csY92" fmla="*/ 1301381 h 3787094"/>
                <a:gd name="csX93" fmla="*/ 1436256 w 4409938"/>
                <a:gd name="csY93" fmla="*/ 1242530 h 3787094"/>
                <a:gd name="csX94" fmla="*/ 1514743 w 4409938"/>
                <a:gd name="csY94" fmla="*/ 1185211 h 3787094"/>
                <a:gd name="csX95" fmla="*/ 1594859 w 4409938"/>
                <a:gd name="csY95" fmla="*/ 1129613 h 3787094"/>
                <a:gd name="csX96" fmla="*/ 1676510 w 4409938"/>
                <a:gd name="csY96" fmla="*/ 1075836 h 3787094"/>
                <a:gd name="csX97" fmla="*/ 1759407 w 4409938"/>
                <a:gd name="csY97" fmla="*/ 1023973 h 3787094"/>
                <a:gd name="csX98" fmla="*/ 1843452 w 4409938"/>
                <a:gd name="csY98" fmla="*/ 974308 h 3787094"/>
                <a:gd name="csX99" fmla="*/ 1928265 w 4409938"/>
                <a:gd name="csY99" fmla="*/ 926845 h 3787094"/>
                <a:gd name="csX100" fmla="*/ 2013749 w 4409938"/>
                <a:gd name="csY100" fmla="*/ 881679 h 3787094"/>
                <a:gd name="csX101" fmla="*/ 2099711 w 4409938"/>
                <a:gd name="csY101" fmla="*/ 838904 h 3787094"/>
                <a:gd name="csX102" fmla="*/ 2185962 w 4409938"/>
                <a:gd name="csY102" fmla="*/ 798714 h 3787094"/>
                <a:gd name="csX103" fmla="*/ 2272212 w 4409938"/>
                <a:gd name="csY103" fmla="*/ 761203 h 3787094"/>
                <a:gd name="csX104" fmla="*/ 2358366 w 4409938"/>
                <a:gd name="csY104" fmla="*/ 726371 h 3787094"/>
                <a:gd name="csX105" fmla="*/ 2444040 w 4409938"/>
                <a:gd name="csY105" fmla="*/ 694410 h 3787094"/>
                <a:gd name="csX106" fmla="*/ 2529236 w 4409938"/>
                <a:gd name="csY106" fmla="*/ 665224 h 3787094"/>
                <a:gd name="csX107" fmla="*/ 2613665 w 4409938"/>
                <a:gd name="csY107" fmla="*/ 639101 h 3787094"/>
                <a:gd name="csX108" fmla="*/ 2697040 w 4409938"/>
                <a:gd name="csY108" fmla="*/ 615943 h 3787094"/>
                <a:gd name="csX109" fmla="*/ 2779266 w 4409938"/>
                <a:gd name="csY109" fmla="*/ 595848 h 3787094"/>
                <a:gd name="csX110" fmla="*/ 2860052 w 4409938"/>
                <a:gd name="csY110" fmla="*/ 579007 h 3787094"/>
                <a:gd name="csX111" fmla="*/ 2939307 w 4409938"/>
                <a:gd name="csY111" fmla="*/ 565227 h 3787094"/>
                <a:gd name="csX112" fmla="*/ 3016836 w 4409938"/>
                <a:gd name="csY112" fmla="*/ 554605 h 3787094"/>
                <a:gd name="csX113" fmla="*/ 3092353 w 4409938"/>
                <a:gd name="csY113" fmla="*/ 547332 h 3787094"/>
                <a:gd name="csX114" fmla="*/ 3165762 w 4409938"/>
                <a:gd name="csY114" fmla="*/ 543217 h 3787094"/>
                <a:gd name="csX115" fmla="*/ 3236774 w 4409938"/>
                <a:gd name="csY115" fmla="*/ 542356 h 3787094"/>
                <a:gd name="csX116" fmla="*/ 3305391 w 4409938"/>
                <a:gd name="csY116" fmla="*/ 544748 h 3787094"/>
                <a:gd name="csX117" fmla="*/ 3371324 w 4409938"/>
                <a:gd name="csY117" fmla="*/ 550395 h 3787094"/>
                <a:gd name="csX118" fmla="*/ 3434478 w 4409938"/>
                <a:gd name="csY118" fmla="*/ 559293 h 3787094"/>
                <a:gd name="csX119" fmla="*/ 3494566 w 4409938"/>
                <a:gd name="csY119" fmla="*/ 571447 h 3787094"/>
                <a:gd name="csX120" fmla="*/ 3551682 w 4409938"/>
                <a:gd name="csY120" fmla="*/ 586757 h 3787094"/>
                <a:gd name="csX121" fmla="*/ 3605445 w 4409938"/>
                <a:gd name="csY121" fmla="*/ 605130 h 3787094"/>
                <a:gd name="csX122" fmla="*/ 3655949 w 4409938"/>
                <a:gd name="csY122" fmla="*/ 626756 h 3787094"/>
                <a:gd name="csX123" fmla="*/ 3702907 w 4409938"/>
                <a:gd name="csY123" fmla="*/ 651349 h 3787094"/>
                <a:gd name="csX124" fmla="*/ 3746223 w 4409938"/>
                <a:gd name="csY124" fmla="*/ 678908 h 3787094"/>
                <a:gd name="csX125" fmla="*/ 3785803 w 4409938"/>
                <a:gd name="csY125" fmla="*/ 709433 h 3787094"/>
                <a:gd name="csX126" fmla="*/ 3821644 w 4409938"/>
                <a:gd name="csY126" fmla="*/ 742830 h 3787094"/>
                <a:gd name="csX127" fmla="*/ 3853557 w 4409938"/>
                <a:gd name="csY127" fmla="*/ 778906 h 3787094"/>
                <a:gd name="csX128" fmla="*/ 3881541 w 4409938"/>
                <a:gd name="csY128" fmla="*/ 817756 h 37870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</a:cxnLst>
              <a:rect l="l" t="t" r="r" b="b"/>
              <a:pathLst>
                <a:path w="4409938" h="3787094">
                  <a:moveTo>
                    <a:pt x="3881541" y="817757"/>
                  </a:moveTo>
                  <a:cubicBezTo>
                    <a:pt x="3890167" y="831154"/>
                    <a:pt x="3898121" y="844933"/>
                    <a:pt x="3905405" y="859191"/>
                  </a:cubicBezTo>
                  <a:cubicBezTo>
                    <a:pt x="3912688" y="873449"/>
                    <a:pt x="3919299" y="888090"/>
                    <a:pt x="3925242" y="903113"/>
                  </a:cubicBezTo>
                  <a:cubicBezTo>
                    <a:pt x="3931185" y="918136"/>
                    <a:pt x="3936359" y="933543"/>
                    <a:pt x="3940863" y="949427"/>
                  </a:cubicBezTo>
                  <a:cubicBezTo>
                    <a:pt x="3945462" y="965217"/>
                    <a:pt x="3949200" y="981390"/>
                    <a:pt x="3952362" y="997944"/>
                  </a:cubicBezTo>
                  <a:cubicBezTo>
                    <a:pt x="3955525" y="1014499"/>
                    <a:pt x="3957922" y="1031435"/>
                    <a:pt x="3959647" y="1048755"/>
                  </a:cubicBezTo>
                  <a:cubicBezTo>
                    <a:pt x="3961371" y="1065981"/>
                    <a:pt x="3962425" y="1083588"/>
                    <a:pt x="3962713" y="1101482"/>
                  </a:cubicBezTo>
                  <a:cubicBezTo>
                    <a:pt x="3963000" y="1119377"/>
                    <a:pt x="3962617" y="1137653"/>
                    <a:pt x="3961467" y="1156122"/>
                  </a:cubicBezTo>
                  <a:cubicBezTo>
                    <a:pt x="3960412" y="1174686"/>
                    <a:pt x="3958592" y="1193538"/>
                    <a:pt x="3956100" y="1212580"/>
                  </a:cubicBezTo>
                  <a:cubicBezTo>
                    <a:pt x="3953608" y="1231718"/>
                    <a:pt x="3950351" y="1251048"/>
                    <a:pt x="3946420" y="1270665"/>
                  </a:cubicBezTo>
                  <a:cubicBezTo>
                    <a:pt x="3942587" y="1290282"/>
                    <a:pt x="3937892" y="1310186"/>
                    <a:pt x="3932621" y="1330281"/>
                  </a:cubicBezTo>
                  <a:cubicBezTo>
                    <a:pt x="3927350" y="1350376"/>
                    <a:pt x="3921313" y="1370663"/>
                    <a:pt x="3914604" y="1391236"/>
                  </a:cubicBezTo>
                  <a:cubicBezTo>
                    <a:pt x="3907897" y="1411809"/>
                    <a:pt x="3900613" y="1432479"/>
                    <a:pt x="3892563" y="1453436"/>
                  </a:cubicBezTo>
                  <a:cubicBezTo>
                    <a:pt x="3884416" y="1474296"/>
                    <a:pt x="3875696" y="1495349"/>
                    <a:pt x="3866304" y="1516592"/>
                  </a:cubicBezTo>
                  <a:cubicBezTo>
                    <a:pt x="3856913" y="1537836"/>
                    <a:pt x="3846850" y="1559271"/>
                    <a:pt x="3836117" y="1580705"/>
                  </a:cubicBezTo>
                  <a:cubicBezTo>
                    <a:pt x="3825480" y="1602235"/>
                    <a:pt x="3814076" y="1623862"/>
                    <a:pt x="3802000" y="1645584"/>
                  </a:cubicBezTo>
                  <a:cubicBezTo>
                    <a:pt x="3790021" y="1667402"/>
                    <a:pt x="3777370" y="1689220"/>
                    <a:pt x="3764051" y="1711132"/>
                  </a:cubicBezTo>
                  <a:cubicBezTo>
                    <a:pt x="3750826" y="1733046"/>
                    <a:pt x="3736930" y="1754960"/>
                    <a:pt x="3722363" y="1777064"/>
                  </a:cubicBezTo>
                  <a:cubicBezTo>
                    <a:pt x="3707892" y="1799074"/>
                    <a:pt x="3692750" y="1821083"/>
                    <a:pt x="3677033" y="1843188"/>
                  </a:cubicBezTo>
                  <a:cubicBezTo>
                    <a:pt x="3661316" y="1865293"/>
                    <a:pt x="3644930" y="1887397"/>
                    <a:pt x="3628063" y="1909502"/>
                  </a:cubicBezTo>
                  <a:cubicBezTo>
                    <a:pt x="3611196" y="1931702"/>
                    <a:pt x="3593754" y="1953711"/>
                    <a:pt x="3575738" y="1975816"/>
                  </a:cubicBezTo>
                  <a:cubicBezTo>
                    <a:pt x="3557721" y="1997921"/>
                    <a:pt x="3539225" y="2019930"/>
                    <a:pt x="3520058" y="2041939"/>
                  </a:cubicBezTo>
                  <a:cubicBezTo>
                    <a:pt x="3500987" y="2063852"/>
                    <a:pt x="3481438" y="2085766"/>
                    <a:pt x="3461312" y="2107680"/>
                  </a:cubicBezTo>
                  <a:cubicBezTo>
                    <a:pt x="3441187" y="2129497"/>
                    <a:pt x="3420583" y="2151219"/>
                    <a:pt x="3399404" y="2172845"/>
                  </a:cubicBezTo>
                  <a:cubicBezTo>
                    <a:pt x="3378321" y="2194471"/>
                    <a:pt x="3356759" y="2216002"/>
                    <a:pt x="3334716" y="2237341"/>
                  </a:cubicBezTo>
                  <a:cubicBezTo>
                    <a:pt x="3312675" y="2258776"/>
                    <a:pt x="3290154" y="2280019"/>
                    <a:pt x="3267250" y="2301072"/>
                  </a:cubicBezTo>
                  <a:cubicBezTo>
                    <a:pt x="3244346" y="2322220"/>
                    <a:pt x="3221059" y="2343081"/>
                    <a:pt x="3197292" y="2363846"/>
                  </a:cubicBezTo>
                  <a:cubicBezTo>
                    <a:pt x="3173525" y="2384515"/>
                    <a:pt x="3149375" y="2405088"/>
                    <a:pt x="3124842" y="2425375"/>
                  </a:cubicBezTo>
                  <a:cubicBezTo>
                    <a:pt x="3100405" y="2445759"/>
                    <a:pt x="3075487" y="2465853"/>
                    <a:pt x="3050283" y="2485757"/>
                  </a:cubicBezTo>
                  <a:cubicBezTo>
                    <a:pt x="3025079" y="2505565"/>
                    <a:pt x="2999492" y="2525277"/>
                    <a:pt x="2973617" y="2544607"/>
                  </a:cubicBezTo>
                  <a:cubicBezTo>
                    <a:pt x="2947741" y="2564030"/>
                    <a:pt x="2921580" y="2583075"/>
                    <a:pt x="2895130" y="2601926"/>
                  </a:cubicBezTo>
                  <a:cubicBezTo>
                    <a:pt x="2868679" y="2620776"/>
                    <a:pt x="2841943" y="2639342"/>
                    <a:pt x="2815012" y="2657524"/>
                  </a:cubicBezTo>
                  <a:cubicBezTo>
                    <a:pt x="2787988" y="2675801"/>
                    <a:pt x="2760770" y="2693694"/>
                    <a:pt x="2733362" y="2711301"/>
                  </a:cubicBezTo>
                  <a:cubicBezTo>
                    <a:pt x="2705954" y="2728908"/>
                    <a:pt x="2678247" y="2746213"/>
                    <a:pt x="2650465" y="2763165"/>
                  </a:cubicBezTo>
                  <a:cubicBezTo>
                    <a:pt x="2622578" y="2780007"/>
                    <a:pt x="2594595" y="2796658"/>
                    <a:pt x="2566514" y="2812828"/>
                  </a:cubicBezTo>
                  <a:cubicBezTo>
                    <a:pt x="2538340" y="2828998"/>
                    <a:pt x="2510068" y="2844883"/>
                    <a:pt x="2481607" y="2860290"/>
                  </a:cubicBezTo>
                  <a:cubicBezTo>
                    <a:pt x="2453241" y="2875794"/>
                    <a:pt x="2424682" y="2890817"/>
                    <a:pt x="2396123" y="2905457"/>
                  </a:cubicBezTo>
                  <a:cubicBezTo>
                    <a:pt x="2367469" y="2920098"/>
                    <a:pt x="2338815" y="2934357"/>
                    <a:pt x="2310161" y="2948232"/>
                  </a:cubicBezTo>
                  <a:cubicBezTo>
                    <a:pt x="2281410" y="2962012"/>
                    <a:pt x="2252661" y="2975408"/>
                    <a:pt x="2223911" y="2988422"/>
                  </a:cubicBezTo>
                  <a:cubicBezTo>
                    <a:pt x="2195161" y="3001340"/>
                    <a:pt x="2166411" y="3013876"/>
                    <a:pt x="2137661" y="3025934"/>
                  </a:cubicBezTo>
                  <a:cubicBezTo>
                    <a:pt x="2108911" y="3037990"/>
                    <a:pt x="2080161" y="3049569"/>
                    <a:pt x="2051506" y="3060765"/>
                  </a:cubicBezTo>
                  <a:cubicBezTo>
                    <a:pt x="2022853" y="3071865"/>
                    <a:pt x="1994294" y="3082583"/>
                    <a:pt x="1965831" y="3092726"/>
                  </a:cubicBezTo>
                  <a:cubicBezTo>
                    <a:pt x="1937273" y="3102965"/>
                    <a:pt x="1908906" y="3112629"/>
                    <a:pt x="1880636" y="3121912"/>
                  </a:cubicBezTo>
                  <a:cubicBezTo>
                    <a:pt x="1852365" y="3131098"/>
                    <a:pt x="1824190" y="3139806"/>
                    <a:pt x="1796206" y="3148036"/>
                  </a:cubicBezTo>
                  <a:cubicBezTo>
                    <a:pt x="1768223" y="3156265"/>
                    <a:pt x="1740431" y="3164016"/>
                    <a:pt x="1712831" y="3171194"/>
                  </a:cubicBezTo>
                  <a:cubicBezTo>
                    <a:pt x="1685232" y="3178370"/>
                    <a:pt x="1657824" y="3185068"/>
                    <a:pt x="1630607" y="3191288"/>
                  </a:cubicBezTo>
                  <a:cubicBezTo>
                    <a:pt x="1603486" y="3197412"/>
                    <a:pt x="1576460" y="3203058"/>
                    <a:pt x="1549819" y="3208130"/>
                  </a:cubicBezTo>
                  <a:cubicBezTo>
                    <a:pt x="1523082" y="3213297"/>
                    <a:pt x="1496728" y="3217891"/>
                    <a:pt x="1470564" y="3221910"/>
                  </a:cubicBezTo>
                  <a:cubicBezTo>
                    <a:pt x="1444402" y="3226024"/>
                    <a:pt x="1418624" y="3229565"/>
                    <a:pt x="1393035" y="3232532"/>
                  </a:cubicBezTo>
                  <a:cubicBezTo>
                    <a:pt x="1367543" y="3235498"/>
                    <a:pt x="1342340" y="3237986"/>
                    <a:pt x="1317519" y="3239804"/>
                  </a:cubicBezTo>
                  <a:cubicBezTo>
                    <a:pt x="1292698" y="3241717"/>
                    <a:pt x="1268261" y="3243153"/>
                    <a:pt x="1244206" y="3243919"/>
                  </a:cubicBezTo>
                  <a:cubicBezTo>
                    <a:pt x="1220056" y="3244780"/>
                    <a:pt x="1196385" y="3245067"/>
                    <a:pt x="1173098" y="3244780"/>
                  </a:cubicBezTo>
                  <a:cubicBezTo>
                    <a:pt x="1149810" y="3244493"/>
                    <a:pt x="1126906" y="3243727"/>
                    <a:pt x="1104481" y="3242388"/>
                  </a:cubicBezTo>
                  <a:cubicBezTo>
                    <a:pt x="1082056" y="3241048"/>
                    <a:pt x="1060111" y="3239134"/>
                    <a:pt x="1038548" y="3236742"/>
                  </a:cubicBezTo>
                  <a:cubicBezTo>
                    <a:pt x="1017081" y="3234254"/>
                    <a:pt x="995998" y="3231287"/>
                    <a:pt x="975394" y="3227843"/>
                  </a:cubicBezTo>
                  <a:cubicBezTo>
                    <a:pt x="954885" y="3224302"/>
                    <a:pt x="934856" y="3220283"/>
                    <a:pt x="915307" y="3215690"/>
                  </a:cubicBezTo>
                  <a:cubicBezTo>
                    <a:pt x="895756" y="3211096"/>
                    <a:pt x="876685" y="3206025"/>
                    <a:pt x="858189" y="3200379"/>
                  </a:cubicBezTo>
                  <a:cubicBezTo>
                    <a:pt x="839694" y="3194829"/>
                    <a:pt x="821773" y="3188609"/>
                    <a:pt x="804427" y="3182007"/>
                  </a:cubicBezTo>
                  <a:cubicBezTo>
                    <a:pt x="786985" y="3175308"/>
                    <a:pt x="770214" y="3168131"/>
                    <a:pt x="753923" y="3160380"/>
                  </a:cubicBezTo>
                  <a:cubicBezTo>
                    <a:pt x="737727" y="3152725"/>
                    <a:pt x="722106" y="3144495"/>
                    <a:pt x="707060" y="3135787"/>
                  </a:cubicBezTo>
                  <a:cubicBezTo>
                    <a:pt x="691919" y="3127079"/>
                    <a:pt x="677544" y="3117893"/>
                    <a:pt x="663648" y="3108228"/>
                  </a:cubicBezTo>
                  <a:cubicBezTo>
                    <a:pt x="649848" y="3098564"/>
                    <a:pt x="636623" y="3088324"/>
                    <a:pt x="624069" y="3077703"/>
                  </a:cubicBezTo>
                  <a:cubicBezTo>
                    <a:pt x="611514" y="3067081"/>
                    <a:pt x="599536" y="3055885"/>
                    <a:pt x="588227" y="3044306"/>
                  </a:cubicBezTo>
                  <a:cubicBezTo>
                    <a:pt x="576920" y="3032727"/>
                    <a:pt x="566281" y="3020671"/>
                    <a:pt x="556314" y="3008231"/>
                  </a:cubicBezTo>
                  <a:cubicBezTo>
                    <a:pt x="546349" y="2995694"/>
                    <a:pt x="537052" y="2982776"/>
                    <a:pt x="528426" y="2969380"/>
                  </a:cubicBezTo>
                  <a:cubicBezTo>
                    <a:pt x="519715" y="2955977"/>
                    <a:pt x="511751" y="2942205"/>
                    <a:pt x="504468" y="2927946"/>
                  </a:cubicBezTo>
                  <a:cubicBezTo>
                    <a:pt x="497184" y="2913688"/>
                    <a:pt x="490570" y="2899048"/>
                    <a:pt x="484630" y="2884023"/>
                  </a:cubicBezTo>
                  <a:cubicBezTo>
                    <a:pt x="478783" y="2869000"/>
                    <a:pt x="473513" y="2853594"/>
                    <a:pt x="469009" y="2837708"/>
                  </a:cubicBezTo>
                  <a:cubicBezTo>
                    <a:pt x="464505" y="2821919"/>
                    <a:pt x="460672" y="2805748"/>
                    <a:pt x="457509" y="2789193"/>
                  </a:cubicBezTo>
                  <a:cubicBezTo>
                    <a:pt x="454347" y="2772639"/>
                    <a:pt x="451951" y="2755701"/>
                    <a:pt x="450226" y="2738381"/>
                  </a:cubicBezTo>
                  <a:cubicBezTo>
                    <a:pt x="448501" y="2721157"/>
                    <a:pt x="447543" y="2703549"/>
                    <a:pt x="447159" y="2685655"/>
                  </a:cubicBezTo>
                  <a:cubicBezTo>
                    <a:pt x="446872" y="2667761"/>
                    <a:pt x="447255" y="2649483"/>
                    <a:pt x="448405" y="2631015"/>
                  </a:cubicBezTo>
                  <a:cubicBezTo>
                    <a:pt x="449459" y="2612451"/>
                    <a:pt x="451280" y="2593600"/>
                    <a:pt x="453772" y="2574557"/>
                  </a:cubicBezTo>
                  <a:cubicBezTo>
                    <a:pt x="456263" y="2555419"/>
                    <a:pt x="459522" y="2536089"/>
                    <a:pt x="463451" y="2516472"/>
                  </a:cubicBezTo>
                  <a:cubicBezTo>
                    <a:pt x="467380" y="2496855"/>
                    <a:pt x="471980" y="2476951"/>
                    <a:pt x="477251" y="2456856"/>
                  </a:cubicBezTo>
                  <a:cubicBezTo>
                    <a:pt x="482522" y="2436761"/>
                    <a:pt x="488559" y="2416475"/>
                    <a:pt x="495267" y="2395901"/>
                  </a:cubicBezTo>
                  <a:cubicBezTo>
                    <a:pt x="501976" y="2375327"/>
                    <a:pt x="509355" y="2354658"/>
                    <a:pt x="517405" y="2333701"/>
                  </a:cubicBezTo>
                  <a:cubicBezTo>
                    <a:pt x="525455" y="2312841"/>
                    <a:pt x="534176" y="2291788"/>
                    <a:pt x="543568" y="2270545"/>
                  </a:cubicBezTo>
                  <a:cubicBezTo>
                    <a:pt x="552960" y="2249301"/>
                    <a:pt x="563022" y="2227867"/>
                    <a:pt x="573756" y="2206431"/>
                  </a:cubicBezTo>
                  <a:cubicBezTo>
                    <a:pt x="584488" y="2184901"/>
                    <a:pt x="595797" y="2163275"/>
                    <a:pt x="607872" y="2141552"/>
                  </a:cubicBezTo>
                  <a:cubicBezTo>
                    <a:pt x="619850" y="2119735"/>
                    <a:pt x="632501" y="2097917"/>
                    <a:pt x="645822" y="2076004"/>
                  </a:cubicBezTo>
                  <a:cubicBezTo>
                    <a:pt x="659047" y="2054090"/>
                    <a:pt x="672943" y="2032177"/>
                    <a:pt x="687510" y="2010072"/>
                  </a:cubicBezTo>
                  <a:cubicBezTo>
                    <a:pt x="702076" y="1988063"/>
                    <a:pt x="717121" y="1966055"/>
                    <a:pt x="732838" y="1943950"/>
                  </a:cubicBezTo>
                  <a:cubicBezTo>
                    <a:pt x="748555" y="1921845"/>
                    <a:pt x="764943" y="1899740"/>
                    <a:pt x="781810" y="1877635"/>
                  </a:cubicBezTo>
                  <a:cubicBezTo>
                    <a:pt x="798676" y="1855435"/>
                    <a:pt x="816118" y="1833425"/>
                    <a:pt x="834134" y="1811321"/>
                  </a:cubicBezTo>
                  <a:cubicBezTo>
                    <a:pt x="852152" y="1789216"/>
                    <a:pt x="870742" y="1767208"/>
                    <a:pt x="889813" y="1745198"/>
                  </a:cubicBezTo>
                  <a:cubicBezTo>
                    <a:pt x="908884" y="1723285"/>
                    <a:pt x="928435" y="1701371"/>
                    <a:pt x="948559" y="1679458"/>
                  </a:cubicBezTo>
                  <a:cubicBezTo>
                    <a:pt x="968685" y="1657640"/>
                    <a:pt x="989385" y="1635918"/>
                    <a:pt x="1010468" y="1614292"/>
                  </a:cubicBezTo>
                  <a:cubicBezTo>
                    <a:pt x="1031552" y="1592665"/>
                    <a:pt x="1053114" y="1571135"/>
                    <a:pt x="1075156" y="1549796"/>
                  </a:cubicBezTo>
                  <a:cubicBezTo>
                    <a:pt x="1097197" y="1528361"/>
                    <a:pt x="1119718" y="1507117"/>
                    <a:pt x="1142622" y="1486065"/>
                  </a:cubicBezTo>
                  <a:cubicBezTo>
                    <a:pt x="1165527" y="1464917"/>
                    <a:pt x="1188814" y="1444056"/>
                    <a:pt x="1212581" y="1423291"/>
                  </a:cubicBezTo>
                  <a:cubicBezTo>
                    <a:pt x="1236347" y="1402622"/>
                    <a:pt x="1260497" y="1382049"/>
                    <a:pt x="1285031" y="1361762"/>
                  </a:cubicBezTo>
                  <a:cubicBezTo>
                    <a:pt x="1309467" y="1341379"/>
                    <a:pt x="1334384" y="1321284"/>
                    <a:pt x="1359588" y="1301381"/>
                  </a:cubicBezTo>
                  <a:cubicBezTo>
                    <a:pt x="1384792" y="1281572"/>
                    <a:pt x="1410380" y="1261860"/>
                    <a:pt x="1436256" y="1242530"/>
                  </a:cubicBezTo>
                  <a:cubicBezTo>
                    <a:pt x="1462132" y="1223107"/>
                    <a:pt x="1488293" y="1204062"/>
                    <a:pt x="1514743" y="1185211"/>
                  </a:cubicBezTo>
                  <a:cubicBezTo>
                    <a:pt x="1541193" y="1166360"/>
                    <a:pt x="1567930" y="1147794"/>
                    <a:pt x="1594859" y="1129613"/>
                  </a:cubicBezTo>
                  <a:cubicBezTo>
                    <a:pt x="1621884" y="1111336"/>
                    <a:pt x="1649101" y="1093443"/>
                    <a:pt x="1676510" y="1075836"/>
                  </a:cubicBezTo>
                  <a:cubicBezTo>
                    <a:pt x="1704014" y="1058229"/>
                    <a:pt x="1731624" y="1040924"/>
                    <a:pt x="1759407" y="1023973"/>
                  </a:cubicBezTo>
                  <a:cubicBezTo>
                    <a:pt x="1787294" y="1007131"/>
                    <a:pt x="1815277" y="990479"/>
                    <a:pt x="1843452" y="974308"/>
                  </a:cubicBezTo>
                  <a:cubicBezTo>
                    <a:pt x="1871531" y="958135"/>
                    <a:pt x="1899802" y="942250"/>
                    <a:pt x="1928265" y="926845"/>
                  </a:cubicBezTo>
                  <a:cubicBezTo>
                    <a:pt x="1956632" y="911342"/>
                    <a:pt x="1985190" y="896320"/>
                    <a:pt x="2013749" y="881679"/>
                  </a:cubicBezTo>
                  <a:cubicBezTo>
                    <a:pt x="2042403" y="867039"/>
                    <a:pt x="2071057" y="852780"/>
                    <a:pt x="2099711" y="838904"/>
                  </a:cubicBezTo>
                  <a:cubicBezTo>
                    <a:pt x="2128460" y="825124"/>
                    <a:pt x="2157211" y="811728"/>
                    <a:pt x="2185962" y="798714"/>
                  </a:cubicBezTo>
                  <a:cubicBezTo>
                    <a:pt x="2214711" y="785796"/>
                    <a:pt x="2243461" y="773260"/>
                    <a:pt x="2272212" y="761203"/>
                  </a:cubicBezTo>
                  <a:cubicBezTo>
                    <a:pt x="2300961" y="749146"/>
                    <a:pt x="2329711" y="737567"/>
                    <a:pt x="2358366" y="726371"/>
                  </a:cubicBezTo>
                  <a:cubicBezTo>
                    <a:pt x="2387019" y="715271"/>
                    <a:pt x="2415578" y="704553"/>
                    <a:pt x="2444040" y="694410"/>
                  </a:cubicBezTo>
                  <a:cubicBezTo>
                    <a:pt x="2472598" y="684171"/>
                    <a:pt x="2500966" y="674507"/>
                    <a:pt x="2529236" y="665224"/>
                  </a:cubicBezTo>
                  <a:cubicBezTo>
                    <a:pt x="2557507" y="656038"/>
                    <a:pt x="2585682" y="647329"/>
                    <a:pt x="2613665" y="639101"/>
                  </a:cubicBezTo>
                  <a:cubicBezTo>
                    <a:pt x="2641649" y="630871"/>
                    <a:pt x="2669440" y="623120"/>
                    <a:pt x="2697040" y="615943"/>
                  </a:cubicBezTo>
                  <a:cubicBezTo>
                    <a:pt x="2724640" y="608766"/>
                    <a:pt x="2752049" y="602068"/>
                    <a:pt x="2779266" y="595848"/>
                  </a:cubicBezTo>
                  <a:cubicBezTo>
                    <a:pt x="2806386" y="589723"/>
                    <a:pt x="2833411" y="584078"/>
                    <a:pt x="2860052" y="579007"/>
                  </a:cubicBezTo>
                  <a:cubicBezTo>
                    <a:pt x="2886791" y="573839"/>
                    <a:pt x="2913145" y="569246"/>
                    <a:pt x="2939307" y="565227"/>
                  </a:cubicBezTo>
                  <a:cubicBezTo>
                    <a:pt x="2965470" y="561111"/>
                    <a:pt x="2991249" y="557571"/>
                    <a:pt x="3016836" y="554605"/>
                  </a:cubicBezTo>
                  <a:cubicBezTo>
                    <a:pt x="3042327" y="551638"/>
                    <a:pt x="3067532" y="549150"/>
                    <a:pt x="3092353" y="547332"/>
                  </a:cubicBezTo>
                  <a:cubicBezTo>
                    <a:pt x="3117174" y="545418"/>
                    <a:pt x="3141611" y="543983"/>
                    <a:pt x="3165762" y="543217"/>
                  </a:cubicBezTo>
                  <a:cubicBezTo>
                    <a:pt x="3189816" y="542356"/>
                    <a:pt x="3213486" y="542069"/>
                    <a:pt x="3236774" y="542356"/>
                  </a:cubicBezTo>
                  <a:cubicBezTo>
                    <a:pt x="3260061" y="542644"/>
                    <a:pt x="3282966" y="543409"/>
                    <a:pt x="3305391" y="544748"/>
                  </a:cubicBezTo>
                  <a:cubicBezTo>
                    <a:pt x="3327816" y="546088"/>
                    <a:pt x="3349762" y="548002"/>
                    <a:pt x="3371324" y="550395"/>
                  </a:cubicBezTo>
                  <a:cubicBezTo>
                    <a:pt x="3392887" y="552882"/>
                    <a:pt x="3413874" y="555849"/>
                    <a:pt x="3434478" y="559293"/>
                  </a:cubicBezTo>
                  <a:cubicBezTo>
                    <a:pt x="3454986" y="562834"/>
                    <a:pt x="3475015" y="566853"/>
                    <a:pt x="3494566" y="571447"/>
                  </a:cubicBezTo>
                  <a:cubicBezTo>
                    <a:pt x="3514115" y="576040"/>
                    <a:pt x="3533186" y="581112"/>
                    <a:pt x="3551682" y="586757"/>
                  </a:cubicBezTo>
                  <a:cubicBezTo>
                    <a:pt x="3570177" y="592308"/>
                    <a:pt x="3588099" y="598527"/>
                    <a:pt x="3605445" y="605130"/>
                  </a:cubicBezTo>
                  <a:cubicBezTo>
                    <a:pt x="3622887" y="611828"/>
                    <a:pt x="3639657" y="619005"/>
                    <a:pt x="3655949" y="626756"/>
                  </a:cubicBezTo>
                  <a:cubicBezTo>
                    <a:pt x="3672145" y="634411"/>
                    <a:pt x="3687765" y="642641"/>
                    <a:pt x="3702907" y="651349"/>
                  </a:cubicBezTo>
                  <a:cubicBezTo>
                    <a:pt x="3717953" y="660057"/>
                    <a:pt x="3732328" y="669243"/>
                    <a:pt x="3746223" y="678908"/>
                  </a:cubicBezTo>
                  <a:cubicBezTo>
                    <a:pt x="3760023" y="688573"/>
                    <a:pt x="3773249" y="698812"/>
                    <a:pt x="3785803" y="709433"/>
                  </a:cubicBezTo>
                  <a:cubicBezTo>
                    <a:pt x="3798357" y="720055"/>
                    <a:pt x="3810336" y="731251"/>
                    <a:pt x="3821644" y="742830"/>
                  </a:cubicBezTo>
                  <a:cubicBezTo>
                    <a:pt x="3832952" y="754409"/>
                    <a:pt x="3843591" y="766466"/>
                    <a:pt x="3853557" y="778906"/>
                  </a:cubicBezTo>
                  <a:cubicBezTo>
                    <a:pt x="3863522" y="791442"/>
                    <a:pt x="3872819" y="804360"/>
                    <a:pt x="3881541" y="817756"/>
                  </a:cubicBezTo>
                  <a:close/>
                </a:path>
              </a:pathLst>
            </a:custGeom>
            <a:noFill/>
            <a:ln w="25461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92" name="Forma Livre: Forma 91">
              <a:extLst>
                <a:ext uri="{FF2B5EF4-FFF2-40B4-BE49-F238E27FC236}">
                  <a16:creationId xmlns:a16="http://schemas.microsoft.com/office/drawing/2014/main" id="{788D424E-590F-A9A3-85E5-F11792647150}"/>
                </a:ext>
              </a:extLst>
            </p:cNvPr>
            <p:cNvSpPr/>
            <p:nvPr/>
          </p:nvSpPr>
          <p:spPr>
            <a:xfrm>
              <a:off x="-6744067" y="4194189"/>
              <a:ext cx="884733" cy="742183"/>
            </a:xfrm>
            <a:custGeom>
              <a:avLst/>
              <a:gdLst>
                <a:gd name="csX0" fmla="*/ 850904 w 884733"/>
                <a:gd name="csY0" fmla="*/ 108993 h 742183"/>
                <a:gd name="csX1" fmla="*/ 865567 w 884733"/>
                <a:gd name="csY1" fmla="*/ 135978 h 742183"/>
                <a:gd name="csX2" fmla="*/ 876108 w 884733"/>
                <a:gd name="csY2" fmla="*/ 165259 h 742183"/>
                <a:gd name="csX3" fmla="*/ 882529 w 884733"/>
                <a:gd name="csY3" fmla="*/ 196550 h 742183"/>
                <a:gd name="csX4" fmla="*/ 884733 w 884733"/>
                <a:gd name="csY4" fmla="*/ 229468 h 742183"/>
                <a:gd name="csX5" fmla="*/ 882625 w 884733"/>
                <a:gd name="csY5" fmla="*/ 263726 h 742183"/>
                <a:gd name="csX6" fmla="*/ 876300 w 884733"/>
                <a:gd name="csY6" fmla="*/ 299036 h 742183"/>
                <a:gd name="csX7" fmla="*/ 865854 w 884733"/>
                <a:gd name="csY7" fmla="*/ 335112 h 742183"/>
                <a:gd name="csX8" fmla="*/ 851192 w 884733"/>
                <a:gd name="csY8" fmla="*/ 371475 h 742183"/>
                <a:gd name="csX9" fmla="*/ 832696 w 884733"/>
                <a:gd name="csY9" fmla="*/ 407837 h 742183"/>
                <a:gd name="csX10" fmla="*/ 810462 w 884733"/>
                <a:gd name="csY10" fmla="*/ 443818 h 742183"/>
                <a:gd name="csX11" fmla="*/ 784587 w 884733"/>
                <a:gd name="csY11" fmla="*/ 479128 h 742183"/>
                <a:gd name="csX12" fmla="*/ 755454 w 884733"/>
                <a:gd name="csY12" fmla="*/ 513481 h 742183"/>
                <a:gd name="csX13" fmla="*/ 723350 w 884733"/>
                <a:gd name="csY13" fmla="*/ 546303 h 742183"/>
                <a:gd name="csX14" fmla="*/ 688562 w 884733"/>
                <a:gd name="csY14" fmla="*/ 577594 h 742183"/>
                <a:gd name="csX15" fmla="*/ 651283 w 884733"/>
                <a:gd name="csY15" fmla="*/ 606780 h 742183"/>
                <a:gd name="csX16" fmla="*/ 612087 w 884733"/>
                <a:gd name="csY16" fmla="*/ 633765 h 742183"/>
                <a:gd name="csX17" fmla="*/ 571262 w 884733"/>
                <a:gd name="csY17" fmla="*/ 658167 h 742183"/>
                <a:gd name="csX18" fmla="*/ 529192 w 884733"/>
                <a:gd name="csY18" fmla="*/ 679793 h 742183"/>
                <a:gd name="csX19" fmla="*/ 486258 w 884733"/>
                <a:gd name="csY19" fmla="*/ 698548 h 742183"/>
                <a:gd name="csX20" fmla="*/ 442846 w 884733"/>
                <a:gd name="csY20" fmla="*/ 714051 h 742183"/>
                <a:gd name="csX21" fmla="*/ 399529 w 884733"/>
                <a:gd name="csY21" fmla="*/ 726299 h 742183"/>
                <a:gd name="csX22" fmla="*/ 356596 w 884733"/>
                <a:gd name="csY22" fmla="*/ 735103 h 742183"/>
                <a:gd name="csX23" fmla="*/ 314429 w 884733"/>
                <a:gd name="csY23" fmla="*/ 740366 h 742183"/>
                <a:gd name="csX24" fmla="*/ 273508 w 884733"/>
                <a:gd name="csY24" fmla="*/ 742184 h 742183"/>
                <a:gd name="csX25" fmla="*/ 234312 w 884733"/>
                <a:gd name="csY25" fmla="*/ 740366 h 742183"/>
                <a:gd name="csX26" fmla="*/ 197033 w 884733"/>
                <a:gd name="csY26" fmla="*/ 734911 h 742183"/>
                <a:gd name="csX27" fmla="*/ 162150 w 884733"/>
                <a:gd name="csY27" fmla="*/ 726108 h 742183"/>
                <a:gd name="csX28" fmla="*/ 129950 w 884733"/>
                <a:gd name="csY28" fmla="*/ 713763 h 742183"/>
                <a:gd name="csX29" fmla="*/ 100721 w 884733"/>
                <a:gd name="csY29" fmla="*/ 698166 h 742183"/>
                <a:gd name="csX30" fmla="*/ 74846 w 884733"/>
                <a:gd name="csY30" fmla="*/ 679410 h 742183"/>
                <a:gd name="csX31" fmla="*/ 52517 w 884733"/>
                <a:gd name="csY31" fmla="*/ 657688 h 742183"/>
                <a:gd name="csX32" fmla="*/ 33925 w 884733"/>
                <a:gd name="csY32" fmla="*/ 633191 h 742183"/>
                <a:gd name="csX33" fmla="*/ 19263 w 884733"/>
                <a:gd name="csY33" fmla="*/ 606206 h 742183"/>
                <a:gd name="csX34" fmla="*/ 8625 w 884733"/>
                <a:gd name="csY34" fmla="*/ 576924 h 742183"/>
                <a:gd name="csX35" fmla="*/ 2204 w 884733"/>
                <a:gd name="csY35" fmla="*/ 545633 h 742183"/>
                <a:gd name="csX36" fmla="*/ 0 w 884733"/>
                <a:gd name="csY36" fmla="*/ 512715 h 742183"/>
                <a:gd name="csX37" fmla="*/ 2108 w 884733"/>
                <a:gd name="csY37" fmla="*/ 478458 h 742183"/>
                <a:gd name="csX38" fmla="*/ 8433 w 884733"/>
                <a:gd name="csY38" fmla="*/ 443148 h 742183"/>
                <a:gd name="csX39" fmla="*/ 18975 w 884733"/>
                <a:gd name="csY39" fmla="*/ 407072 h 742183"/>
                <a:gd name="csX40" fmla="*/ 33542 w 884733"/>
                <a:gd name="csY40" fmla="*/ 370709 h 742183"/>
                <a:gd name="csX41" fmla="*/ 52038 w 884733"/>
                <a:gd name="csY41" fmla="*/ 334346 h 742183"/>
                <a:gd name="csX42" fmla="*/ 74367 w 884733"/>
                <a:gd name="csY42" fmla="*/ 298366 h 742183"/>
                <a:gd name="csX43" fmla="*/ 100146 w 884733"/>
                <a:gd name="csY43" fmla="*/ 262960 h 742183"/>
                <a:gd name="csX44" fmla="*/ 129279 w 884733"/>
                <a:gd name="csY44" fmla="*/ 228703 h 742183"/>
                <a:gd name="csX45" fmla="*/ 161383 w 884733"/>
                <a:gd name="csY45" fmla="*/ 195785 h 742183"/>
                <a:gd name="csX46" fmla="*/ 196267 w 884733"/>
                <a:gd name="csY46" fmla="*/ 164590 h 742183"/>
                <a:gd name="csX47" fmla="*/ 233450 w 884733"/>
                <a:gd name="csY47" fmla="*/ 135404 h 742183"/>
                <a:gd name="csX48" fmla="*/ 272646 w 884733"/>
                <a:gd name="csY48" fmla="*/ 108419 h 742183"/>
                <a:gd name="csX49" fmla="*/ 313567 w 884733"/>
                <a:gd name="csY49" fmla="*/ 84017 h 742183"/>
                <a:gd name="csX50" fmla="*/ 355638 w 884733"/>
                <a:gd name="csY50" fmla="*/ 62391 h 742183"/>
                <a:gd name="csX51" fmla="*/ 398571 w 884733"/>
                <a:gd name="csY51" fmla="*/ 43635 h 742183"/>
                <a:gd name="csX52" fmla="*/ 441888 w 884733"/>
                <a:gd name="csY52" fmla="*/ 28133 h 742183"/>
                <a:gd name="csX53" fmla="*/ 485300 w 884733"/>
                <a:gd name="csY53" fmla="*/ 15885 h 742183"/>
                <a:gd name="csX54" fmla="*/ 528233 w 884733"/>
                <a:gd name="csY54" fmla="*/ 7081 h 742183"/>
                <a:gd name="csX55" fmla="*/ 570304 w 884733"/>
                <a:gd name="csY55" fmla="*/ 1818 h 742183"/>
                <a:gd name="csX56" fmla="*/ 611225 w 884733"/>
                <a:gd name="csY56" fmla="*/ 0 h 742183"/>
                <a:gd name="csX57" fmla="*/ 650517 w 884733"/>
                <a:gd name="csY57" fmla="*/ 1818 h 742183"/>
                <a:gd name="csX58" fmla="*/ 687700 w 884733"/>
                <a:gd name="csY58" fmla="*/ 7273 h 742183"/>
                <a:gd name="csX59" fmla="*/ 722583 w 884733"/>
                <a:gd name="csY59" fmla="*/ 16076 h 742183"/>
                <a:gd name="csX60" fmla="*/ 754783 w 884733"/>
                <a:gd name="csY60" fmla="*/ 28420 h 742183"/>
                <a:gd name="csX61" fmla="*/ 784013 w 884733"/>
                <a:gd name="csY61" fmla="*/ 44018 h 742183"/>
                <a:gd name="csX62" fmla="*/ 809888 w 884733"/>
                <a:gd name="csY62" fmla="*/ 62774 h 742183"/>
                <a:gd name="csX63" fmla="*/ 832313 w 884733"/>
                <a:gd name="csY63" fmla="*/ 84496 h 742183"/>
                <a:gd name="csX64" fmla="*/ 850904 w 884733"/>
                <a:gd name="csY64" fmla="*/ 108993 h 7421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</a:cxnLst>
              <a:rect l="l" t="t" r="r" b="b"/>
              <a:pathLst>
                <a:path w="884733" h="742183">
                  <a:moveTo>
                    <a:pt x="850904" y="108993"/>
                  </a:moveTo>
                  <a:cubicBezTo>
                    <a:pt x="856463" y="117605"/>
                    <a:pt x="861350" y="126600"/>
                    <a:pt x="865567" y="135978"/>
                  </a:cubicBezTo>
                  <a:cubicBezTo>
                    <a:pt x="869783" y="145355"/>
                    <a:pt x="873329" y="155116"/>
                    <a:pt x="876108" y="165259"/>
                  </a:cubicBezTo>
                  <a:cubicBezTo>
                    <a:pt x="878983" y="175403"/>
                    <a:pt x="881092" y="185737"/>
                    <a:pt x="882529" y="196550"/>
                  </a:cubicBezTo>
                  <a:cubicBezTo>
                    <a:pt x="883967" y="207268"/>
                    <a:pt x="884733" y="218177"/>
                    <a:pt x="884733" y="229468"/>
                  </a:cubicBezTo>
                  <a:cubicBezTo>
                    <a:pt x="884733" y="240664"/>
                    <a:pt x="884063" y="252147"/>
                    <a:pt x="882625" y="263726"/>
                  </a:cubicBezTo>
                  <a:cubicBezTo>
                    <a:pt x="881188" y="275400"/>
                    <a:pt x="879079" y="287170"/>
                    <a:pt x="876300" y="299036"/>
                  </a:cubicBezTo>
                  <a:cubicBezTo>
                    <a:pt x="873521" y="310998"/>
                    <a:pt x="869975" y="322959"/>
                    <a:pt x="865854" y="335112"/>
                  </a:cubicBezTo>
                  <a:cubicBezTo>
                    <a:pt x="861637" y="347169"/>
                    <a:pt x="856750" y="359322"/>
                    <a:pt x="851192" y="371475"/>
                  </a:cubicBezTo>
                  <a:cubicBezTo>
                    <a:pt x="845729" y="383628"/>
                    <a:pt x="839500" y="395780"/>
                    <a:pt x="832696" y="407837"/>
                  </a:cubicBezTo>
                  <a:cubicBezTo>
                    <a:pt x="825892" y="419895"/>
                    <a:pt x="818512" y="431952"/>
                    <a:pt x="810462" y="443818"/>
                  </a:cubicBezTo>
                  <a:cubicBezTo>
                    <a:pt x="802412" y="455779"/>
                    <a:pt x="793787" y="467549"/>
                    <a:pt x="784587" y="479128"/>
                  </a:cubicBezTo>
                  <a:cubicBezTo>
                    <a:pt x="775483" y="490802"/>
                    <a:pt x="765708" y="502189"/>
                    <a:pt x="755454" y="513481"/>
                  </a:cubicBezTo>
                  <a:cubicBezTo>
                    <a:pt x="745296" y="524677"/>
                    <a:pt x="734562" y="535586"/>
                    <a:pt x="723350" y="546303"/>
                  </a:cubicBezTo>
                  <a:cubicBezTo>
                    <a:pt x="712137" y="557021"/>
                    <a:pt x="700542" y="567451"/>
                    <a:pt x="688562" y="577594"/>
                  </a:cubicBezTo>
                  <a:cubicBezTo>
                    <a:pt x="676487" y="587642"/>
                    <a:pt x="664125" y="597402"/>
                    <a:pt x="651283" y="606780"/>
                  </a:cubicBezTo>
                  <a:cubicBezTo>
                    <a:pt x="638537" y="616158"/>
                    <a:pt x="625504" y="625153"/>
                    <a:pt x="612087" y="633765"/>
                  </a:cubicBezTo>
                  <a:cubicBezTo>
                    <a:pt x="598767" y="642282"/>
                    <a:pt x="585062" y="650511"/>
                    <a:pt x="571262" y="658167"/>
                  </a:cubicBezTo>
                  <a:cubicBezTo>
                    <a:pt x="557367" y="665822"/>
                    <a:pt x="543375" y="673095"/>
                    <a:pt x="529192" y="679793"/>
                  </a:cubicBezTo>
                  <a:cubicBezTo>
                    <a:pt x="514912" y="686587"/>
                    <a:pt x="500633" y="692807"/>
                    <a:pt x="486258" y="698548"/>
                  </a:cubicBezTo>
                  <a:cubicBezTo>
                    <a:pt x="471787" y="704194"/>
                    <a:pt x="457317" y="709457"/>
                    <a:pt x="442846" y="714051"/>
                  </a:cubicBezTo>
                  <a:cubicBezTo>
                    <a:pt x="428375" y="718739"/>
                    <a:pt x="413904" y="722758"/>
                    <a:pt x="399529" y="726299"/>
                  </a:cubicBezTo>
                  <a:cubicBezTo>
                    <a:pt x="385058" y="729840"/>
                    <a:pt x="370779" y="732710"/>
                    <a:pt x="356596" y="735103"/>
                  </a:cubicBezTo>
                  <a:cubicBezTo>
                    <a:pt x="342317" y="737495"/>
                    <a:pt x="328325" y="739217"/>
                    <a:pt x="314429" y="740366"/>
                  </a:cubicBezTo>
                  <a:cubicBezTo>
                    <a:pt x="300533" y="741610"/>
                    <a:pt x="286925" y="742184"/>
                    <a:pt x="273508" y="742184"/>
                  </a:cubicBezTo>
                  <a:cubicBezTo>
                    <a:pt x="260187" y="742184"/>
                    <a:pt x="247058" y="741514"/>
                    <a:pt x="234312" y="740366"/>
                  </a:cubicBezTo>
                  <a:cubicBezTo>
                    <a:pt x="221471" y="739122"/>
                    <a:pt x="209108" y="737304"/>
                    <a:pt x="197033" y="734911"/>
                  </a:cubicBezTo>
                  <a:cubicBezTo>
                    <a:pt x="184958" y="732519"/>
                    <a:pt x="173362" y="729648"/>
                    <a:pt x="162150" y="726108"/>
                  </a:cubicBezTo>
                  <a:cubicBezTo>
                    <a:pt x="150937" y="722567"/>
                    <a:pt x="140204" y="718452"/>
                    <a:pt x="129950" y="713763"/>
                  </a:cubicBezTo>
                  <a:cubicBezTo>
                    <a:pt x="119696" y="709075"/>
                    <a:pt x="109921" y="703907"/>
                    <a:pt x="100721" y="698166"/>
                  </a:cubicBezTo>
                  <a:cubicBezTo>
                    <a:pt x="91521" y="692424"/>
                    <a:pt x="82896" y="686204"/>
                    <a:pt x="74846" y="679410"/>
                  </a:cubicBezTo>
                  <a:cubicBezTo>
                    <a:pt x="66796" y="672616"/>
                    <a:pt x="59321" y="665439"/>
                    <a:pt x="52517" y="657688"/>
                  </a:cubicBezTo>
                  <a:cubicBezTo>
                    <a:pt x="45617" y="649937"/>
                    <a:pt x="39483" y="641803"/>
                    <a:pt x="33925" y="633191"/>
                  </a:cubicBezTo>
                  <a:cubicBezTo>
                    <a:pt x="28367" y="624579"/>
                    <a:pt x="23479" y="615584"/>
                    <a:pt x="19263" y="606206"/>
                  </a:cubicBezTo>
                  <a:cubicBezTo>
                    <a:pt x="15046" y="596828"/>
                    <a:pt x="11500" y="587068"/>
                    <a:pt x="8625" y="576924"/>
                  </a:cubicBezTo>
                  <a:cubicBezTo>
                    <a:pt x="5750" y="566781"/>
                    <a:pt x="3642" y="556351"/>
                    <a:pt x="2204" y="545633"/>
                  </a:cubicBezTo>
                  <a:cubicBezTo>
                    <a:pt x="767" y="534916"/>
                    <a:pt x="96" y="524007"/>
                    <a:pt x="0" y="512715"/>
                  </a:cubicBezTo>
                  <a:cubicBezTo>
                    <a:pt x="0" y="501520"/>
                    <a:pt x="671" y="490037"/>
                    <a:pt x="2108" y="478458"/>
                  </a:cubicBezTo>
                  <a:cubicBezTo>
                    <a:pt x="3546" y="466783"/>
                    <a:pt x="5654" y="455013"/>
                    <a:pt x="8433" y="443148"/>
                  </a:cubicBezTo>
                  <a:cubicBezTo>
                    <a:pt x="11213" y="431186"/>
                    <a:pt x="14758" y="419129"/>
                    <a:pt x="18975" y="407072"/>
                  </a:cubicBezTo>
                  <a:cubicBezTo>
                    <a:pt x="23096" y="395015"/>
                    <a:pt x="27983" y="382862"/>
                    <a:pt x="33542" y="370709"/>
                  </a:cubicBezTo>
                  <a:cubicBezTo>
                    <a:pt x="39100" y="358556"/>
                    <a:pt x="45233" y="346403"/>
                    <a:pt x="52038" y="334346"/>
                  </a:cubicBezTo>
                  <a:cubicBezTo>
                    <a:pt x="58842" y="322289"/>
                    <a:pt x="66317" y="310232"/>
                    <a:pt x="74367" y="298366"/>
                  </a:cubicBezTo>
                  <a:cubicBezTo>
                    <a:pt x="82321" y="286405"/>
                    <a:pt x="90946" y="274635"/>
                    <a:pt x="100146" y="262960"/>
                  </a:cubicBezTo>
                  <a:cubicBezTo>
                    <a:pt x="109346" y="251382"/>
                    <a:pt x="119025" y="239994"/>
                    <a:pt x="129279" y="228703"/>
                  </a:cubicBezTo>
                  <a:cubicBezTo>
                    <a:pt x="139533" y="217507"/>
                    <a:pt x="150171" y="206502"/>
                    <a:pt x="161383" y="195785"/>
                  </a:cubicBezTo>
                  <a:cubicBezTo>
                    <a:pt x="172596" y="185163"/>
                    <a:pt x="184192" y="174733"/>
                    <a:pt x="196267" y="164590"/>
                  </a:cubicBezTo>
                  <a:cubicBezTo>
                    <a:pt x="208246" y="154542"/>
                    <a:pt x="220704" y="144781"/>
                    <a:pt x="233450" y="135404"/>
                  </a:cubicBezTo>
                  <a:cubicBezTo>
                    <a:pt x="246196" y="126026"/>
                    <a:pt x="259325" y="117031"/>
                    <a:pt x="272646" y="108419"/>
                  </a:cubicBezTo>
                  <a:cubicBezTo>
                    <a:pt x="286063" y="99806"/>
                    <a:pt x="299671" y="91673"/>
                    <a:pt x="313567" y="84017"/>
                  </a:cubicBezTo>
                  <a:cubicBezTo>
                    <a:pt x="327367" y="76266"/>
                    <a:pt x="341454" y="69089"/>
                    <a:pt x="355638" y="62391"/>
                  </a:cubicBezTo>
                  <a:cubicBezTo>
                    <a:pt x="369821" y="55597"/>
                    <a:pt x="384100" y="49377"/>
                    <a:pt x="398571" y="43635"/>
                  </a:cubicBezTo>
                  <a:cubicBezTo>
                    <a:pt x="412946" y="37894"/>
                    <a:pt x="427417" y="32727"/>
                    <a:pt x="441888" y="28133"/>
                  </a:cubicBezTo>
                  <a:cubicBezTo>
                    <a:pt x="456358" y="23444"/>
                    <a:pt x="470829" y="19425"/>
                    <a:pt x="485300" y="15885"/>
                  </a:cubicBezTo>
                  <a:cubicBezTo>
                    <a:pt x="499675" y="12344"/>
                    <a:pt x="513954" y="9473"/>
                    <a:pt x="528233" y="7081"/>
                  </a:cubicBezTo>
                  <a:cubicBezTo>
                    <a:pt x="542417" y="4689"/>
                    <a:pt x="556504" y="2966"/>
                    <a:pt x="570304" y="1818"/>
                  </a:cubicBezTo>
                  <a:cubicBezTo>
                    <a:pt x="584200" y="574"/>
                    <a:pt x="597808" y="0"/>
                    <a:pt x="611225" y="0"/>
                  </a:cubicBezTo>
                  <a:cubicBezTo>
                    <a:pt x="624642" y="0"/>
                    <a:pt x="637675" y="670"/>
                    <a:pt x="650517" y="1818"/>
                  </a:cubicBezTo>
                  <a:cubicBezTo>
                    <a:pt x="663263" y="3062"/>
                    <a:pt x="675721" y="4880"/>
                    <a:pt x="687700" y="7273"/>
                  </a:cubicBezTo>
                  <a:cubicBezTo>
                    <a:pt x="699775" y="9569"/>
                    <a:pt x="711467" y="12536"/>
                    <a:pt x="722583" y="16076"/>
                  </a:cubicBezTo>
                  <a:cubicBezTo>
                    <a:pt x="733796" y="19617"/>
                    <a:pt x="744529" y="23732"/>
                    <a:pt x="754783" y="28420"/>
                  </a:cubicBezTo>
                  <a:cubicBezTo>
                    <a:pt x="765038" y="33109"/>
                    <a:pt x="774813" y="38277"/>
                    <a:pt x="784013" y="44018"/>
                  </a:cubicBezTo>
                  <a:cubicBezTo>
                    <a:pt x="793213" y="49760"/>
                    <a:pt x="801838" y="55980"/>
                    <a:pt x="809888" y="62774"/>
                  </a:cubicBezTo>
                  <a:cubicBezTo>
                    <a:pt x="817938" y="69568"/>
                    <a:pt x="825413" y="76745"/>
                    <a:pt x="832313" y="84496"/>
                  </a:cubicBezTo>
                  <a:cubicBezTo>
                    <a:pt x="839117" y="92247"/>
                    <a:pt x="845346" y="100380"/>
                    <a:pt x="850904" y="108993"/>
                  </a:cubicBezTo>
                  <a:close/>
                </a:path>
              </a:pathLst>
            </a:custGeom>
            <a:solidFill>
              <a:srgbClr val="FFFFFF"/>
            </a:solidFill>
            <a:ln w="24530" cap="flat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93" name="Forma Livre: Forma 92">
              <a:extLst>
                <a:ext uri="{FF2B5EF4-FFF2-40B4-BE49-F238E27FC236}">
                  <a16:creationId xmlns:a16="http://schemas.microsoft.com/office/drawing/2014/main" id="{021B2593-C60E-66D3-9779-FC6EAB917B73}"/>
                </a:ext>
              </a:extLst>
            </p:cNvPr>
            <p:cNvSpPr/>
            <p:nvPr/>
          </p:nvSpPr>
          <p:spPr>
            <a:xfrm>
              <a:off x="-7448250" y="2820346"/>
              <a:ext cx="2349641" cy="3593888"/>
            </a:xfrm>
            <a:custGeom>
              <a:avLst/>
              <a:gdLst>
                <a:gd name="csX0" fmla="*/ 0 w 2349641"/>
                <a:gd name="csY0" fmla="*/ 0 h 3593888"/>
                <a:gd name="csX1" fmla="*/ 2349642 w 2349641"/>
                <a:gd name="csY1" fmla="*/ 3593888 h 35938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349641" h="3593888">
                  <a:moveTo>
                    <a:pt x="0" y="0"/>
                  </a:moveTo>
                  <a:lnTo>
                    <a:pt x="2349642" y="3593888"/>
                  </a:lnTo>
                </a:path>
              </a:pathLst>
            </a:custGeom>
            <a:solidFill>
              <a:srgbClr val="FFFFFF"/>
            </a:solidFill>
            <a:ln w="24530" cap="flat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94" name="Forma Livre: Forma 93">
              <a:extLst>
                <a:ext uri="{FF2B5EF4-FFF2-40B4-BE49-F238E27FC236}">
                  <a16:creationId xmlns:a16="http://schemas.microsoft.com/office/drawing/2014/main" id="{119364CF-CD46-6F52-25E5-5BAFB0EAE6D3}"/>
                </a:ext>
              </a:extLst>
            </p:cNvPr>
            <p:cNvSpPr/>
            <p:nvPr/>
          </p:nvSpPr>
          <p:spPr>
            <a:xfrm>
              <a:off x="-7448254" y="2820346"/>
              <a:ext cx="2349640" cy="3593888"/>
            </a:xfrm>
            <a:custGeom>
              <a:avLst/>
              <a:gdLst>
                <a:gd name="csX0" fmla="*/ -261 w 2349640"/>
                <a:gd name="csY0" fmla="*/ 94 h 3593888"/>
                <a:gd name="csX1" fmla="*/ 2349380 w 2349640"/>
                <a:gd name="csY1" fmla="*/ 3593982 h 35938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349640" h="3593888">
                  <a:moveTo>
                    <a:pt x="-261" y="94"/>
                  </a:moveTo>
                  <a:lnTo>
                    <a:pt x="2349380" y="3593982"/>
                  </a:lnTo>
                </a:path>
              </a:pathLst>
            </a:custGeom>
            <a:noFill/>
            <a:ln w="275828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grpSp>
          <p:nvGrpSpPr>
            <p:cNvPr id="96" name="Gráfico 34">
              <a:extLst>
                <a:ext uri="{FF2B5EF4-FFF2-40B4-BE49-F238E27FC236}">
                  <a16:creationId xmlns:a16="http://schemas.microsoft.com/office/drawing/2014/main" id="{07436720-A749-DB51-75F2-434C51A6BBD3}"/>
                </a:ext>
              </a:extLst>
            </p:cNvPr>
            <p:cNvGrpSpPr/>
            <p:nvPr/>
          </p:nvGrpSpPr>
          <p:grpSpPr>
            <a:xfrm>
              <a:off x="-3809957" y="3055116"/>
              <a:ext cx="5392634" cy="1292601"/>
              <a:chOff x="-3809957" y="3055116"/>
              <a:chExt cx="5392634" cy="1292601"/>
            </a:xfrm>
            <a:solidFill>
              <a:srgbClr val="FFFFFF"/>
            </a:solidFill>
          </p:grpSpPr>
          <p:sp>
            <p:nvSpPr>
              <p:cNvPr id="97" name="Forma Livre: Forma 96">
                <a:extLst>
                  <a:ext uri="{FF2B5EF4-FFF2-40B4-BE49-F238E27FC236}">
                    <a16:creationId xmlns:a16="http://schemas.microsoft.com/office/drawing/2014/main" id="{EF34F53E-CC9A-BBEE-A4CA-CF04210A8F14}"/>
                  </a:ext>
                </a:extLst>
              </p:cNvPr>
              <p:cNvSpPr/>
              <p:nvPr/>
            </p:nvSpPr>
            <p:spPr>
              <a:xfrm>
                <a:off x="-3809957" y="3055116"/>
                <a:ext cx="1147700" cy="1292601"/>
              </a:xfrm>
              <a:custGeom>
                <a:avLst/>
                <a:gdLst>
                  <a:gd name="csX0" fmla="*/ 1042461 w 1147700"/>
                  <a:gd name="csY0" fmla="*/ 285997 h 1292601"/>
                  <a:gd name="csX1" fmla="*/ 1010261 w 1147700"/>
                  <a:gd name="csY1" fmla="*/ 285997 h 1292601"/>
                  <a:gd name="csX2" fmla="*/ 940494 w 1147700"/>
                  <a:gd name="csY2" fmla="*/ 127149 h 1292601"/>
                  <a:gd name="csX3" fmla="*/ 799044 w 1147700"/>
                  <a:gd name="csY3" fmla="*/ 75093 h 1292601"/>
                  <a:gd name="csX4" fmla="*/ 390411 w 1147700"/>
                  <a:gd name="csY4" fmla="*/ 75093 h 1292601"/>
                  <a:gd name="csX5" fmla="*/ 390411 w 1147700"/>
                  <a:gd name="csY5" fmla="*/ 573837 h 1292601"/>
                  <a:gd name="csX6" fmla="*/ 725828 w 1147700"/>
                  <a:gd name="csY6" fmla="*/ 573837 h 1292601"/>
                  <a:gd name="csX7" fmla="*/ 853861 w 1147700"/>
                  <a:gd name="csY7" fmla="*/ 528671 h 1292601"/>
                  <a:gd name="csX8" fmla="*/ 893344 w 1147700"/>
                  <a:gd name="csY8" fmla="*/ 385516 h 1292601"/>
                  <a:gd name="csX9" fmla="*/ 927461 w 1147700"/>
                  <a:gd name="csY9" fmla="*/ 385516 h 1292601"/>
                  <a:gd name="csX10" fmla="*/ 927461 w 1147700"/>
                  <a:gd name="csY10" fmla="*/ 841008 h 1292601"/>
                  <a:gd name="csX11" fmla="*/ 893344 w 1147700"/>
                  <a:gd name="csY11" fmla="*/ 841008 h 1292601"/>
                  <a:gd name="csX12" fmla="*/ 855778 w 1147700"/>
                  <a:gd name="csY12" fmla="*/ 696323 h 1292601"/>
                  <a:gd name="csX13" fmla="*/ 721994 w 1147700"/>
                  <a:gd name="csY13" fmla="*/ 649242 h 1292601"/>
                  <a:gd name="csX14" fmla="*/ 390411 w 1147700"/>
                  <a:gd name="csY14" fmla="*/ 649242 h 1292601"/>
                  <a:gd name="csX15" fmla="*/ 390411 w 1147700"/>
                  <a:gd name="csY15" fmla="*/ 1121576 h 1292601"/>
                  <a:gd name="csX16" fmla="*/ 465544 w 1147700"/>
                  <a:gd name="csY16" fmla="*/ 1217267 h 1292601"/>
                  <a:gd name="csX17" fmla="*/ 797128 w 1147700"/>
                  <a:gd name="csY17" fmla="*/ 1217267 h 1292601"/>
                  <a:gd name="csX18" fmla="*/ 979978 w 1147700"/>
                  <a:gd name="csY18" fmla="*/ 1154494 h 1292601"/>
                  <a:gd name="csX19" fmla="*/ 1108394 w 1147700"/>
                  <a:gd name="csY19" fmla="*/ 970766 h 1292601"/>
                  <a:gd name="csX20" fmla="*/ 1147878 w 1147700"/>
                  <a:gd name="csY20" fmla="*/ 970766 h 1292601"/>
                  <a:gd name="csX21" fmla="*/ 1042461 w 1147700"/>
                  <a:gd name="csY21" fmla="*/ 1292672 h 1292601"/>
                  <a:gd name="csX22" fmla="*/ 178 w 1147700"/>
                  <a:gd name="csY22" fmla="*/ 1292672 h 1292601"/>
                  <a:gd name="csX23" fmla="*/ 178 w 1147700"/>
                  <a:gd name="csY23" fmla="*/ 1258989 h 1292601"/>
                  <a:gd name="csX24" fmla="*/ 142394 w 1147700"/>
                  <a:gd name="csY24" fmla="*/ 1226071 h 1292601"/>
                  <a:gd name="csX25" fmla="*/ 186861 w 1147700"/>
                  <a:gd name="csY25" fmla="*/ 1102438 h 1292601"/>
                  <a:gd name="csX26" fmla="*/ 186861 w 1147700"/>
                  <a:gd name="csY26" fmla="*/ 176909 h 1292601"/>
                  <a:gd name="csX27" fmla="*/ 142394 w 1147700"/>
                  <a:gd name="csY27" fmla="*/ 67820 h 1292601"/>
                  <a:gd name="csX28" fmla="*/ 178 w 1147700"/>
                  <a:gd name="csY28" fmla="*/ 33754 h 1292601"/>
                  <a:gd name="csX29" fmla="*/ 178 w 1147700"/>
                  <a:gd name="csY29" fmla="*/ 71 h 1292601"/>
                  <a:gd name="csX30" fmla="*/ 1027128 w 1147700"/>
                  <a:gd name="csY30" fmla="*/ 71 h 129260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</a:cxnLst>
                <a:rect l="l" t="t" r="r" b="b"/>
                <a:pathLst>
                  <a:path w="1147700" h="1292601">
                    <a:moveTo>
                      <a:pt x="1042461" y="285997"/>
                    </a:moveTo>
                    <a:lnTo>
                      <a:pt x="1010261" y="285997"/>
                    </a:lnTo>
                    <a:cubicBezTo>
                      <a:pt x="997707" y="214611"/>
                      <a:pt x="974419" y="161598"/>
                      <a:pt x="940494" y="127149"/>
                    </a:cubicBezTo>
                    <a:cubicBezTo>
                      <a:pt x="906474" y="92509"/>
                      <a:pt x="859324" y="75093"/>
                      <a:pt x="799044" y="75093"/>
                    </a:cubicBezTo>
                    <a:lnTo>
                      <a:pt x="390411" y="75093"/>
                    </a:lnTo>
                    <a:lnTo>
                      <a:pt x="390411" y="573837"/>
                    </a:lnTo>
                    <a:lnTo>
                      <a:pt x="725828" y="573837"/>
                    </a:lnTo>
                    <a:cubicBezTo>
                      <a:pt x="786107" y="573837"/>
                      <a:pt x="828753" y="558814"/>
                      <a:pt x="853861" y="528671"/>
                    </a:cubicBezTo>
                    <a:cubicBezTo>
                      <a:pt x="878874" y="498624"/>
                      <a:pt x="892003" y="450874"/>
                      <a:pt x="893344" y="385516"/>
                    </a:cubicBezTo>
                    <a:lnTo>
                      <a:pt x="927461" y="385516"/>
                    </a:lnTo>
                    <a:lnTo>
                      <a:pt x="927461" y="841008"/>
                    </a:lnTo>
                    <a:lnTo>
                      <a:pt x="893344" y="841008"/>
                    </a:lnTo>
                    <a:cubicBezTo>
                      <a:pt x="893344" y="775938"/>
                      <a:pt x="880790" y="727709"/>
                      <a:pt x="855778" y="696323"/>
                    </a:cubicBezTo>
                    <a:cubicBezTo>
                      <a:pt x="830669" y="664936"/>
                      <a:pt x="786107" y="649242"/>
                      <a:pt x="721994" y="649242"/>
                    </a:cubicBezTo>
                    <a:lnTo>
                      <a:pt x="390411" y="649242"/>
                    </a:lnTo>
                    <a:lnTo>
                      <a:pt x="390411" y="1121576"/>
                    </a:lnTo>
                    <a:cubicBezTo>
                      <a:pt x="390411" y="1185402"/>
                      <a:pt x="415424" y="1217267"/>
                      <a:pt x="465544" y="1217267"/>
                    </a:cubicBezTo>
                    <a:lnTo>
                      <a:pt x="797128" y="1217267"/>
                    </a:lnTo>
                    <a:cubicBezTo>
                      <a:pt x="866319" y="1217267"/>
                      <a:pt x="927269" y="1196407"/>
                      <a:pt x="979978" y="1154494"/>
                    </a:cubicBezTo>
                    <a:cubicBezTo>
                      <a:pt x="1032878" y="1112390"/>
                      <a:pt x="1075619" y="1051147"/>
                      <a:pt x="1108394" y="970766"/>
                    </a:cubicBezTo>
                    <a:lnTo>
                      <a:pt x="1147878" y="970766"/>
                    </a:lnTo>
                    <a:lnTo>
                      <a:pt x="1042461" y="1292672"/>
                    </a:lnTo>
                    <a:lnTo>
                      <a:pt x="178" y="1292672"/>
                    </a:lnTo>
                    <a:lnTo>
                      <a:pt x="178" y="1258989"/>
                    </a:lnTo>
                    <a:cubicBezTo>
                      <a:pt x="65536" y="1258989"/>
                      <a:pt x="112974" y="1248080"/>
                      <a:pt x="142394" y="1226071"/>
                    </a:cubicBezTo>
                    <a:cubicBezTo>
                      <a:pt x="172007" y="1203871"/>
                      <a:pt x="186861" y="1162723"/>
                      <a:pt x="186861" y="1102438"/>
                    </a:cubicBezTo>
                    <a:lnTo>
                      <a:pt x="186861" y="176909"/>
                    </a:lnTo>
                    <a:cubicBezTo>
                      <a:pt x="186861" y="126671"/>
                      <a:pt x="172007" y="90308"/>
                      <a:pt x="142394" y="67820"/>
                    </a:cubicBezTo>
                    <a:cubicBezTo>
                      <a:pt x="112974" y="45141"/>
                      <a:pt x="65536" y="33754"/>
                      <a:pt x="178" y="33754"/>
                    </a:cubicBezTo>
                    <a:lnTo>
                      <a:pt x="178" y="71"/>
                    </a:lnTo>
                    <a:lnTo>
                      <a:pt x="1027128" y="71"/>
                    </a:lnTo>
                    <a:close/>
                  </a:path>
                </a:pathLst>
              </a:custGeom>
              <a:solidFill>
                <a:srgbClr val="FFFFFF"/>
              </a:solidFill>
              <a:ln w="2453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8" name="Forma Livre: Forma 97">
                <a:extLst>
                  <a:ext uri="{FF2B5EF4-FFF2-40B4-BE49-F238E27FC236}">
                    <a16:creationId xmlns:a16="http://schemas.microsoft.com/office/drawing/2014/main" id="{F43F3C11-36E2-6A00-3655-3A2D932588D7}"/>
                  </a:ext>
                </a:extLst>
              </p:cNvPr>
              <p:cNvSpPr/>
              <p:nvPr/>
            </p:nvSpPr>
            <p:spPr>
              <a:xfrm>
                <a:off x="-2543679" y="3055116"/>
                <a:ext cx="1094800" cy="1292601"/>
              </a:xfrm>
              <a:custGeom>
                <a:avLst/>
                <a:gdLst>
                  <a:gd name="csX0" fmla="*/ 1038296 w 1094800"/>
                  <a:gd name="csY0" fmla="*/ 344178 h 1292601"/>
                  <a:gd name="csX1" fmla="*/ 974279 w 1094800"/>
                  <a:gd name="csY1" fmla="*/ 525226 h 1292601"/>
                  <a:gd name="csX2" fmla="*/ 801012 w 1094800"/>
                  <a:gd name="csY2" fmla="*/ 626659 h 1292601"/>
                  <a:gd name="csX3" fmla="*/ 801012 w 1094800"/>
                  <a:gd name="csY3" fmla="*/ 630487 h 1292601"/>
                  <a:gd name="csX4" fmla="*/ 1013762 w 1094800"/>
                  <a:gd name="csY4" fmla="*/ 740723 h 1292601"/>
                  <a:gd name="csX5" fmla="*/ 1095029 w 1094800"/>
                  <a:gd name="csY5" fmla="*/ 946269 h 1292601"/>
                  <a:gd name="csX6" fmla="*/ 1041362 w 1094800"/>
                  <a:gd name="csY6" fmla="*/ 1125404 h 1292601"/>
                  <a:gd name="csX7" fmla="*/ 885729 w 1094800"/>
                  <a:gd name="csY7" fmla="*/ 1248654 h 1292601"/>
                  <a:gd name="csX8" fmla="*/ 646529 w 1094800"/>
                  <a:gd name="csY8" fmla="*/ 1292672 h 1292601"/>
                  <a:gd name="csX9" fmla="*/ 229 w 1094800"/>
                  <a:gd name="csY9" fmla="*/ 1292672 h 1292601"/>
                  <a:gd name="csX10" fmla="*/ 229 w 1094800"/>
                  <a:gd name="csY10" fmla="*/ 1258989 h 1292601"/>
                  <a:gd name="csX11" fmla="*/ 118679 w 1094800"/>
                  <a:gd name="csY11" fmla="*/ 1240999 h 1292601"/>
                  <a:gd name="csX12" fmla="*/ 173496 w 1094800"/>
                  <a:gd name="csY12" fmla="*/ 1183584 h 1292601"/>
                  <a:gd name="csX13" fmla="*/ 188446 w 1094800"/>
                  <a:gd name="csY13" fmla="*/ 1068754 h 1292601"/>
                  <a:gd name="csX14" fmla="*/ 188446 w 1094800"/>
                  <a:gd name="csY14" fmla="*/ 233175 h 1292601"/>
                  <a:gd name="csX15" fmla="*/ 174262 w 1094800"/>
                  <a:gd name="csY15" fmla="*/ 111073 h 1292601"/>
                  <a:gd name="csX16" fmla="*/ 120596 w 1094800"/>
                  <a:gd name="csY16" fmla="*/ 52892 h 1292601"/>
                  <a:gd name="csX17" fmla="*/ 229 w 1094800"/>
                  <a:gd name="csY17" fmla="*/ 33754 h 1292601"/>
                  <a:gd name="csX18" fmla="*/ 229 w 1094800"/>
                  <a:gd name="csY18" fmla="*/ 71 h 1292601"/>
                  <a:gd name="csX19" fmla="*/ 557979 w 1094800"/>
                  <a:gd name="csY19" fmla="*/ 71 h 1292601"/>
                  <a:gd name="csX20" fmla="*/ 779162 w 1094800"/>
                  <a:gd name="csY20" fmla="*/ 31075 h 1292601"/>
                  <a:gd name="csX21" fmla="*/ 962779 w 1094800"/>
                  <a:gd name="csY21" fmla="*/ 139398 h 1292601"/>
                  <a:gd name="csX22" fmla="*/ 1038296 w 1094800"/>
                  <a:gd name="csY22" fmla="*/ 344178 h 1292601"/>
                  <a:gd name="csX23" fmla="*/ 391996 w 1094800"/>
                  <a:gd name="csY23" fmla="*/ 75093 h 1292601"/>
                  <a:gd name="csX24" fmla="*/ 391996 w 1094800"/>
                  <a:gd name="csY24" fmla="*/ 577665 h 1292601"/>
                  <a:gd name="csX25" fmla="*/ 548396 w 1094800"/>
                  <a:gd name="csY25" fmla="*/ 598334 h 1292601"/>
                  <a:gd name="csX26" fmla="*/ 686779 w 1094800"/>
                  <a:gd name="csY26" fmla="*/ 563503 h 1292601"/>
                  <a:gd name="csX27" fmla="*/ 782996 w 1094800"/>
                  <a:gd name="csY27" fmla="*/ 469342 h 1292601"/>
                  <a:gd name="csX28" fmla="*/ 817879 w 1094800"/>
                  <a:gd name="csY28" fmla="*/ 338819 h 1292601"/>
                  <a:gd name="csX29" fmla="*/ 736612 w 1094800"/>
                  <a:gd name="csY29" fmla="*/ 141311 h 1292601"/>
                  <a:gd name="csX30" fmla="*/ 520029 w 1094800"/>
                  <a:gd name="csY30" fmla="*/ 62079 h 1292601"/>
                  <a:gd name="csX31" fmla="*/ 391996 w 1094800"/>
                  <a:gd name="csY31" fmla="*/ 75093 h 1292601"/>
                  <a:gd name="csX32" fmla="*/ 391996 w 1094800"/>
                  <a:gd name="csY32" fmla="*/ 666084 h 1292601"/>
                  <a:gd name="csX33" fmla="*/ 391996 w 1094800"/>
                  <a:gd name="csY33" fmla="*/ 1202340 h 1292601"/>
                  <a:gd name="csX34" fmla="*/ 548396 w 1094800"/>
                  <a:gd name="csY34" fmla="*/ 1226837 h 1292601"/>
                  <a:gd name="csX35" fmla="*/ 774562 w 1094800"/>
                  <a:gd name="csY35" fmla="*/ 1150666 h 1292601"/>
                  <a:gd name="csX36" fmla="*/ 859279 w 1094800"/>
                  <a:gd name="csY36" fmla="*/ 950097 h 1292601"/>
                  <a:gd name="csX37" fmla="*/ 756546 w 1094800"/>
                  <a:gd name="csY37" fmla="*/ 739575 h 1292601"/>
                  <a:gd name="csX38" fmla="*/ 476712 w 1094800"/>
                  <a:gd name="csY38" fmla="*/ 660343 h 1292601"/>
                  <a:gd name="csX39" fmla="*/ 391996 w 1094800"/>
                  <a:gd name="csY39" fmla="*/ 666084 h 129260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</a:cxnLst>
                <a:rect l="l" t="t" r="r" b="b"/>
                <a:pathLst>
                  <a:path w="1094800" h="1292601">
                    <a:moveTo>
                      <a:pt x="1038296" y="344178"/>
                    </a:moveTo>
                    <a:cubicBezTo>
                      <a:pt x="1038296" y="414607"/>
                      <a:pt x="1016925" y="474988"/>
                      <a:pt x="974279" y="525226"/>
                    </a:cubicBezTo>
                    <a:cubicBezTo>
                      <a:pt x="931537" y="575273"/>
                      <a:pt x="873846" y="609052"/>
                      <a:pt x="801012" y="626659"/>
                    </a:cubicBezTo>
                    <a:lnTo>
                      <a:pt x="801012" y="630487"/>
                    </a:lnTo>
                    <a:cubicBezTo>
                      <a:pt x="888892" y="644266"/>
                      <a:pt x="959808" y="681012"/>
                      <a:pt x="1013762" y="740723"/>
                    </a:cubicBezTo>
                    <a:cubicBezTo>
                      <a:pt x="1067908" y="800244"/>
                      <a:pt x="1095029" y="868759"/>
                      <a:pt x="1095029" y="946269"/>
                    </a:cubicBezTo>
                    <a:cubicBezTo>
                      <a:pt x="1095029" y="1012870"/>
                      <a:pt x="1077108" y="1072582"/>
                      <a:pt x="1041362" y="1125404"/>
                    </a:cubicBezTo>
                    <a:cubicBezTo>
                      <a:pt x="1005521" y="1178034"/>
                      <a:pt x="953675" y="1219086"/>
                      <a:pt x="885729" y="1248654"/>
                    </a:cubicBezTo>
                    <a:cubicBezTo>
                      <a:pt x="817975" y="1278032"/>
                      <a:pt x="738242" y="1292672"/>
                      <a:pt x="646529" y="1292672"/>
                    </a:cubicBezTo>
                    <a:lnTo>
                      <a:pt x="229" y="1292672"/>
                    </a:lnTo>
                    <a:lnTo>
                      <a:pt x="229" y="1258989"/>
                    </a:lnTo>
                    <a:cubicBezTo>
                      <a:pt x="52841" y="1258989"/>
                      <a:pt x="92325" y="1253056"/>
                      <a:pt x="118679" y="1240999"/>
                    </a:cubicBezTo>
                    <a:cubicBezTo>
                      <a:pt x="145225" y="1229038"/>
                      <a:pt x="163529" y="1209899"/>
                      <a:pt x="173496" y="1183584"/>
                    </a:cubicBezTo>
                    <a:cubicBezTo>
                      <a:pt x="183462" y="1157365"/>
                      <a:pt x="188446" y="1119088"/>
                      <a:pt x="188446" y="1068754"/>
                    </a:cubicBezTo>
                    <a:lnTo>
                      <a:pt x="188446" y="233175"/>
                    </a:lnTo>
                    <a:cubicBezTo>
                      <a:pt x="188446" y="179397"/>
                      <a:pt x="183654" y="138632"/>
                      <a:pt x="174262" y="111073"/>
                    </a:cubicBezTo>
                    <a:cubicBezTo>
                      <a:pt x="164775" y="83514"/>
                      <a:pt x="146854" y="64184"/>
                      <a:pt x="120596" y="52892"/>
                    </a:cubicBezTo>
                    <a:cubicBezTo>
                      <a:pt x="94241" y="41409"/>
                      <a:pt x="54087" y="35094"/>
                      <a:pt x="229" y="33754"/>
                    </a:cubicBezTo>
                    <a:lnTo>
                      <a:pt x="229" y="71"/>
                    </a:lnTo>
                    <a:lnTo>
                      <a:pt x="557979" y="71"/>
                    </a:lnTo>
                    <a:cubicBezTo>
                      <a:pt x="633304" y="71"/>
                      <a:pt x="707096" y="10405"/>
                      <a:pt x="779162" y="31075"/>
                    </a:cubicBezTo>
                    <a:cubicBezTo>
                      <a:pt x="851421" y="51744"/>
                      <a:pt x="912658" y="87916"/>
                      <a:pt x="962779" y="139398"/>
                    </a:cubicBezTo>
                    <a:cubicBezTo>
                      <a:pt x="1013092" y="190688"/>
                      <a:pt x="1038296" y="259012"/>
                      <a:pt x="1038296" y="344178"/>
                    </a:cubicBezTo>
                    <a:close/>
                    <a:moveTo>
                      <a:pt x="391996" y="75093"/>
                    </a:moveTo>
                    <a:lnTo>
                      <a:pt x="391996" y="577665"/>
                    </a:lnTo>
                    <a:cubicBezTo>
                      <a:pt x="459941" y="591445"/>
                      <a:pt x="512075" y="598334"/>
                      <a:pt x="548396" y="598334"/>
                    </a:cubicBezTo>
                    <a:cubicBezTo>
                      <a:pt x="599954" y="598334"/>
                      <a:pt x="646146" y="586756"/>
                      <a:pt x="686779" y="563503"/>
                    </a:cubicBezTo>
                    <a:cubicBezTo>
                      <a:pt x="727604" y="540345"/>
                      <a:pt x="759708" y="508958"/>
                      <a:pt x="782996" y="469342"/>
                    </a:cubicBezTo>
                    <a:cubicBezTo>
                      <a:pt x="806187" y="429822"/>
                      <a:pt x="817879" y="386282"/>
                      <a:pt x="817879" y="338819"/>
                    </a:cubicBezTo>
                    <a:cubicBezTo>
                      <a:pt x="817879" y="259778"/>
                      <a:pt x="790758" y="193942"/>
                      <a:pt x="736612" y="141311"/>
                    </a:cubicBezTo>
                    <a:cubicBezTo>
                      <a:pt x="682658" y="88490"/>
                      <a:pt x="610496" y="62079"/>
                      <a:pt x="520029" y="62079"/>
                    </a:cubicBezTo>
                    <a:cubicBezTo>
                      <a:pt x="477287" y="62079"/>
                      <a:pt x="434641" y="66481"/>
                      <a:pt x="391996" y="75093"/>
                    </a:cubicBezTo>
                    <a:close/>
                    <a:moveTo>
                      <a:pt x="391996" y="666084"/>
                    </a:moveTo>
                    <a:lnTo>
                      <a:pt x="391996" y="1202340"/>
                    </a:lnTo>
                    <a:cubicBezTo>
                      <a:pt x="445854" y="1218703"/>
                      <a:pt x="497987" y="1226837"/>
                      <a:pt x="548396" y="1226837"/>
                    </a:cubicBezTo>
                    <a:cubicBezTo>
                      <a:pt x="642696" y="1226837"/>
                      <a:pt x="718021" y="1201478"/>
                      <a:pt x="774562" y="1150666"/>
                    </a:cubicBezTo>
                    <a:cubicBezTo>
                      <a:pt x="831008" y="1099950"/>
                      <a:pt x="859279" y="1033061"/>
                      <a:pt x="859279" y="950097"/>
                    </a:cubicBezTo>
                    <a:cubicBezTo>
                      <a:pt x="859279" y="862347"/>
                      <a:pt x="824971" y="792206"/>
                      <a:pt x="756546" y="739575"/>
                    </a:cubicBezTo>
                    <a:cubicBezTo>
                      <a:pt x="688025" y="686753"/>
                      <a:pt x="594779" y="660343"/>
                      <a:pt x="476712" y="660343"/>
                    </a:cubicBezTo>
                    <a:cubicBezTo>
                      <a:pt x="456779" y="660343"/>
                      <a:pt x="428508" y="662256"/>
                      <a:pt x="391996" y="666084"/>
                    </a:cubicBezTo>
                    <a:close/>
                  </a:path>
                </a:pathLst>
              </a:custGeom>
              <a:solidFill>
                <a:srgbClr val="FFFFFF"/>
              </a:solidFill>
              <a:ln w="2453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9" name="Forma Livre: Forma 98">
                <a:extLst>
                  <a:ext uri="{FF2B5EF4-FFF2-40B4-BE49-F238E27FC236}">
                    <a16:creationId xmlns:a16="http://schemas.microsoft.com/office/drawing/2014/main" id="{37CD68DA-7101-F613-1AA8-95A4A0BD6932}"/>
                  </a:ext>
                </a:extLst>
              </p:cNvPr>
              <p:cNvSpPr/>
              <p:nvPr/>
            </p:nvSpPr>
            <p:spPr>
              <a:xfrm>
                <a:off x="-1304235" y="3055116"/>
                <a:ext cx="1413350" cy="1292601"/>
              </a:xfrm>
              <a:custGeom>
                <a:avLst/>
                <a:gdLst>
                  <a:gd name="csX0" fmla="*/ 1413630 w 1413350"/>
                  <a:gd name="csY0" fmla="*/ 645415 h 1292601"/>
                  <a:gd name="csX1" fmla="*/ 1312814 w 1413350"/>
                  <a:gd name="csY1" fmla="*/ 986077 h 1292601"/>
                  <a:gd name="csX2" fmla="*/ 1040647 w 1413350"/>
                  <a:gd name="csY2" fmla="*/ 1212674 h 1292601"/>
                  <a:gd name="csX3" fmla="*/ 665747 w 1413350"/>
                  <a:gd name="csY3" fmla="*/ 1292672 h 1292601"/>
                  <a:gd name="csX4" fmla="*/ 280 w 1413350"/>
                  <a:gd name="csY4" fmla="*/ 1292672 h 1292601"/>
                  <a:gd name="csX5" fmla="*/ 280 w 1413350"/>
                  <a:gd name="csY5" fmla="*/ 1258989 h 1292601"/>
                  <a:gd name="csX6" fmla="*/ 146330 w 1413350"/>
                  <a:gd name="csY6" fmla="*/ 1224923 h 1292601"/>
                  <a:gd name="csX7" fmla="*/ 190797 w 1413350"/>
                  <a:gd name="csY7" fmla="*/ 1102438 h 1292601"/>
                  <a:gd name="csX8" fmla="*/ 190797 w 1413350"/>
                  <a:gd name="csY8" fmla="*/ 186095 h 1292601"/>
                  <a:gd name="csX9" fmla="*/ 143647 w 1413350"/>
                  <a:gd name="csY9" fmla="*/ 64758 h 1292601"/>
                  <a:gd name="csX10" fmla="*/ 280 w 1413350"/>
                  <a:gd name="csY10" fmla="*/ 33754 h 1292601"/>
                  <a:gd name="csX11" fmla="*/ 280 w 1413350"/>
                  <a:gd name="csY11" fmla="*/ 71 h 1292601"/>
                  <a:gd name="csX12" fmla="*/ 722097 w 1413350"/>
                  <a:gd name="csY12" fmla="*/ 71 h 1292601"/>
                  <a:gd name="csX13" fmla="*/ 1095847 w 1413350"/>
                  <a:gd name="csY13" fmla="*/ 92317 h 1292601"/>
                  <a:gd name="csX14" fmla="*/ 1333514 w 1413350"/>
                  <a:gd name="csY14" fmla="*/ 331929 h 1292601"/>
                  <a:gd name="csX15" fmla="*/ 1413630 w 1413350"/>
                  <a:gd name="csY15" fmla="*/ 645415 h 1292601"/>
                  <a:gd name="csX16" fmla="*/ 394347 w 1413350"/>
                  <a:gd name="csY16" fmla="*/ 103418 h 1292601"/>
                  <a:gd name="csX17" fmla="*/ 394347 w 1413350"/>
                  <a:gd name="csY17" fmla="*/ 1198512 h 1292601"/>
                  <a:gd name="csX18" fmla="*/ 597897 w 1413350"/>
                  <a:gd name="csY18" fmla="*/ 1226837 h 1292601"/>
                  <a:gd name="csX19" fmla="*/ 903030 w 1413350"/>
                  <a:gd name="csY19" fmla="*/ 1156408 h 1292601"/>
                  <a:gd name="csX20" fmla="*/ 1106580 w 1413350"/>
                  <a:gd name="csY20" fmla="*/ 955838 h 1292601"/>
                  <a:gd name="csX21" fmla="*/ 1178264 w 1413350"/>
                  <a:gd name="csY21" fmla="*/ 656515 h 1292601"/>
                  <a:gd name="csX22" fmla="*/ 1106580 w 1413350"/>
                  <a:gd name="csY22" fmla="*/ 354895 h 1292601"/>
                  <a:gd name="csX23" fmla="*/ 903797 w 1413350"/>
                  <a:gd name="csY23" fmla="*/ 147053 h 1292601"/>
                  <a:gd name="csX24" fmla="*/ 603264 w 1413350"/>
                  <a:gd name="csY24" fmla="*/ 71648 h 1292601"/>
                  <a:gd name="csX25" fmla="*/ 394347 w 1413350"/>
                  <a:gd name="csY25" fmla="*/ 103418 h 129260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</a:cxnLst>
                <a:rect l="l" t="t" r="r" b="b"/>
                <a:pathLst>
                  <a:path w="1413350" h="1292601">
                    <a:moveTo>
                      <a:pt x="1413630" y="645415"/>
                    </a:moveTo>
                    <a:cubicBezTo>
                      <a:pt x="1413630" y="774598"/>
                      <a:pt x="1379993" y="888088"/>
                      <a:pt x="1312814" y="986077"/>
                    </a:cubicBezTo>
                    <a:cubicBezTo>
                      <a:pt x="1245539" y="1083873"/>
                      <a:pt x="1154880" y="1159374"/>
                      <a:pt x="1040647" y="1212674"/>
                    </a:cubicBezTo>
                    <a:cubicBezTo>
                      <a:pt x="926414" y="1266070"/>
                      <a:pt x="801447" y="1292672"/>
                      <a:pt x="665747" y="1292672"/>
                    </a:cubicBezTo>
                    <a:lnTo>
                      <a:pt x="280" y="1292672"/>
                    </a:lnTo>
                    <a:lnTo>
                      <a:pt x="280" y="1258989"/>
                    </a:lnTo>
                    <a:cubicBezTo>
                      <a:pt x="68226" y="1257745"/>
                      <a:pt x="116909" y="1246358"/>
                      <a:pt x="146330" y="1224923"/>
                    </a:cubicBezTo>
                    <a:cubicBezTo>
                      <a:pt x="175943" y="1203488"/>
                      <a:pt x="190797" y="1162723"/>
                      <a:pt x="190797" y="1102438"/>
                    </a:cubicBezTo>
                    <a:lnTo>
                      <a:pt x="190797" y="186095"/>
                    </a:lnTo>
                    <a:cubicBezTo>
                      <a:pt x="190797" y="125905"/>
                      <a:pt x="175080" y="85428"/>
                      <a:pt x="143647" y="64758"/>
                    </a:cubicBezTo>
                    <a:cubicBezTo>
                      <a:pt x="112214" y="44089"/>
                      <a:pt x="64393" y="33754"/>
                      <a:pt x="280" y="33754"/>
                    </a:cubicBezTo>
                    <a:lnTo>
                      <a:pt x="280" y="71"/>
                    </a:lnTo>
                    <a:lnTo>
                      <a:pt x="722097" y="71"/>
                    </a:lnTo>
                    <a:cubicBezTo>
                      <a:pt x="866422" y="71"/>
                      <a:pt x="991005" y="30883"/>
                      <a:pt x="1095847" y="92317"/>
                    </a:cubicBezTo>
                    <a:cubicBezTo>
                      <a:pt x="1200880" y="153560"/>
                      <a:pt x="1280039" y="233462"/>
                      <a:pt x="1333514" y="331929"/>
                    </a:cubicBezTo>
                    <a:cubicBezTo>
                      <a:pt x="1386893" y="430491"/>
                      <a:pt x="1413630" y="534987"/>
                      <a:pt x="1413630" y="645415"/>
                    </a:cubicBezTo>
                    <a:close/>
                    <a:moveTo>
                      <a:pt x="394347" y="103418"/>
                    </a:moveTo>
                    <a:lnTo>
                      <a:pt x="394347" y="1198512"/>
                    </a:lnTo>
                    <a:cubicBezTo>
                      <a:pt x="457214" y="1217459"/>
                      <a:pt x="525064" y="1226837"/>
                      <a:pt x="597897" y="1226837"/>
                    </a:cubicBezTo>
                    <a:cubicBezTo>
                      <a:pt x="713376" y="1226837"/>
                      <a:pt x="815055" y="1203392"/>
                      <a:pt x="903030" y="1156408"/>
                    </a:cubicBezTo>
                    <a:cubicBezTo>
                      <a:pt x="990909" y="1109232"/>
                      <a:pt x="1058759" y="1042343"/>
                      <a:pt x="1106580" y="955838"/>
                    </a:cubicBezTo>
                    <a:cubicBezTo>
                      <a:pt x="1154305" y="869333"/>
                      <a:pt x="1178264" y="769622"/>
                      <a:pt x="1178264" y="656515"/>
                    </a:cubicBezTo>
                    <a:cubicBezTo>
                      <a:pt x="1178264" y="543790"/>
                      <a:pt x="1154305" y="443218"/>
                      <a:pt x="1106580" y="354895"/>
                    </a:cubicBezTo>
                    <a:cubicBezTo>
                      <a:pt x="1058759" y="266380"/>
                      <a:pt x="991197" y="197100"/>
                      <a:pt x="903797" y="147053"/>
                    </a:cubicBezTo>
                    <a:cubicBezTo>
                      <a:pt x="816589" y="96815"/>
                      <a:pt x="716443" y="71648"/>
                      <a:pt x="603264" y="71648"/>
                    </a:cubicBezTo>
                    <a:cubicBezTo>
                      <a:pt x="527843" y="71648"/>
                      <a:pt x="458172" y="82270"/>
                      <a:pt x="394347" y="103418"/>
                    </a:cubicBezTo>
                    <a:close/>
                  </a:path>
                </a:pathLst>
              </a:custGeom>
              <a:solidFill>
                <a:srgbClr val="FFFFFF"/>
              </a:solidFill>
              <a:ln w="2453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00" name="Forma Livre: Forma 99">
                <a:extLst>
                  <a:ext uri="{FF2B5EF4-FFF2-40B4-BE49-F238E27FC236}">
                    <a16:creationId xmlns:a16="http://schemas.microsoft.com/office/drawing/2014/main" id="{E1E21280-2C48-4773-53FF-76A68C17E691}"/>
                  </a:ext>
                </a:extLst>
              </p:cNvPr>
              <p:cNvSpPr/>
              <p:nvPr/>
            </p:nvSpPr>
            <p:spPr>
              <a:xfrm>
                <a:off x="250210" y="3055116"/>
                <a:ext cx="1332466" cy="1292601"/>
              </a:xfrm>
              <a:custGeom>
                <a:avLst/>
                <a:gdLst>
                  <a:gd name="csX0" fmla="*/ 1051827 w 1332466"/>
                  <a:gd name="csY0" fmla="*/ 336905 h 1292601"/>
                  <a:gd name="csX1" fmla="*/ 970560 w 1332466"/>
                  <a:gd name="csY1" fmla="*/ 540919 h 1292601"/>
                  <a:gd name="csX2" fmla="*/ 724077 w 1332466"/>
                  <a:gd name="csY2" fmla="*/ 667998 h 1292601"/>
                  <a:gd name="csX3" fmla="*/ 1023843 w 1332466"/>
                  <a:gd name="csY3" fmla="*/ 1038516 h 1292601"/>
                  <a:gd name="csX4" fmla="*/ 1115843 w 1332466"/>
                  <a:gd name="csY4" fmla="*/ 1146838 h 1292601"/>
                  <a:gd name="csX5" fmla="*/ 1209377 w 1332466"/>
                  <a:gd name="csY5" fmla="*/ 1220330 h 1292601"/>
                  <a:gd name="csX6" fmla="*/ 1332810 w 1332466"/>
                  <a:gd name="csY6" fmla="*/ 1258989 h 1292601"/>
                  <a:gd name="csX7" fmla="*/ 1332810 w 1332466"/>
                  <a:gd name="csY7" fmla="*/ 1292672 h 1292601"/>
                  <a:gd name="csX8" fmla="*/ 995477 w 1332466"/>
                  <a:gd name="csY8" fmla="*/ 1292672 h 1292601"/>
                  <a:gd name="csX9" fmla="*/ 507493 w 1332466"/>
                  <a:gd name="csY9" fmla="*/ 686753 h 1292601"/>
                  <a:gd name="csX10" fmla="*/ 382910 w 1332466"/>
                  <a:gd name="csY10" fmla="*/ 686753 h 1292601"/>
                  <a:gd name="csX11" fmla="*/ 382910 w 1332466"/>
                  <a:gd name="csY11" fmla="*/ 1106265 h 1292601"/>
                  <a:gd name="csX12" fmla="*/ 425077 w 1332466"/>
                  <a:gd name="csY12" fmla="*/ 1224157 h 1292601"/>
                  <a:gd name="csX13" fmla="*/ 558093 w 1332466"/>
                  <a:gd name="csY13" fmla="*/ 1258989 h 1292601"/>
                  <a:gd name="csX14" fmla="*/ 565760 w 1332466"/>
                  <a:gd name="csY14" fmla="*/ 1258989 h 1292601"/>
                  <a:gd name="csX15" fmla="*/ 565760 w 1332466"/>
                  <a:gd name="csY15" fmla="*/ 1292672 h 1292601"/>
                  <a:gd name="csX16" fmla="*/ 343 w 1332466"/>
                  <a:gd name="csY16" fmla="*/ 1292672 h 1292601"/>
                  <a:gd name="csX17" fmla="*/ 343 w 1332466"/>
                  <a:gd name="csY17" fmla="*/ 1258989 h 1292601"/>
                  <a:gd name="csX18" fmla="*/ 134893 w 1332466"/>
                  <a:gd name="csY18" fmla="*/ 1226837 h 1292601"/>
                  <a:gd name="csX19" fmla="*/ 179360 w 1332466"/>
                  <a:gd name="csY19" fmla="*/ 1112007 h 1292601"/>
                  <a:gd name="csX20" fmla="*/ 179360 w 1332466"/>
                  <a:gd name="csY20" fmla="*/ 176909 h 1292601"/>
                  <a:gd name="csX21" fmla="*/ 134893 w 1332466"/>
                  <a:gd name="csY21" fmla="*/ 67820 h 1292601"/>
                  <a:gd name="csX22" fmla="*/ 343 w 1332466"/>
                  <a:gd name="csY22" fmla="*/ 33754 h 1292601"/>
                  <a:gd name="csX23" fmla="*/ 343 w 1332466"/>
                  <a:gd name="csY23" fmla="*/ 71 h 1292601"/>
                  <a:gd name="csX24" fmla="*/ 605243 w 1332466"/>
                  <a:gd name="csY24" fmla="*/ 71 h 1292601"/>
                  <a:gd name="csX25" fmla="*/ 920727 w 1332466"/>
                  <a:gd name="csY25" fmla="*/ 82748 h 1292601"/>
                  <a:gd name="csX26" fmla="*/ 1051827 w 1332466"/>
                  <a:gd name="csY26" fmla="*/ 336905 h 1292601"/>
                  <a:gd name="csX27" fmla="*/ 382910 w 1332466"/>
                  <a:gd name="csY27" fmla="*/ 99590 h 1292601"/>
                  <a:gd name="csX28" fmla="*/ 382910 w 1332466"/>
                  <a:gd name="csY28" fmla="*/ 622831 h 1292601"/>
                  <a:gd name="csX29" fmla="*/ 430060 w 1332466"/>
                  <a:gd name="csY29" fmla="*/ 622831 h 1292601"/>
                  <a:gd name="csX30" fmla="*/ 718327 w 1332466"/>
                  <a:gd name="csY30" fmla="*/ 548575 h 1292601"/>
                  <a:gd name="csX31" fmla="*/ 816460 w 1332466"/>
                  <a:gd name="csY31" fmla="*/ 342264 h 1292601"/>
                  <a:gd name="csX32" fmla="*/ 741710 w 1332466"/>
                  <a:gd name="csY32" fmla="*/ 147053 h 1292601"/>
                  <a:gd name="csX33" fmla="*/ 531643 w 1332466"/>
                  <a:gd name="csY33" fmla="*/ 65906 h 1292601"/>
                  <a:gd name="csX34" fmla="*/ 382910 w 1332466"/>
                  <a:gd name="csY34" fmla="*/ 99590 h 129260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</a:cxnLst>
                <a:rect l="l" t="t" r="r" b="b"/>
                <a:pathLst>
                  <a:path w="1332466" h="1292601">
                    <a:moveTo>
                      <a:pt x="1051827" y="336905"/>
                    </a:moveTo>
                    <a:cubicBezTo>
                      <a:pt x="1051827" y="415755"/>
                      <a:pt x="1024706" y="483792"/>
                      <a:pt x="970560" y="540919"/>
                    </a:cubicBezTo>
                    <a:cubicBezTo>
                      <a:pt x="916606" y="598143"/>
                      <a:pt x="834477" y="640439"/>
                      <a:pt x="724077" y="667998"/>
                    </a:cubicBezTo>
                    <a:lnTo>
                      <a:pt x="1023843" y="1038516"/>
                    </a:lnTo>
                    <a:cubicBezTo>
                      <a:pt x="1060068" y="1083682"/>
                      <a:pt x="1090735" y="1119853"/>
                      <a:pt x="1115843" y="1146838"/>
                    </a:cubicBezTo>
                    <a:cubicBezTo>
                      <a:pt x="1141143" y="1173919"/>
                      <a:pt x="1172289" y="1198416"/>
                      <a:pt x="1209377" y="1220330"/>
                    </a:cubicBezTo>
                    <a:cubicBezTo>
                      <a:pt x="1246368" y="1242339"/>
                      <a:pt x="1287577" y="1255161"/>
                      <a:pt x="1332810" y="1258989"/>
                    </a:cubicBezTo>
                    <a:lnTo>
                      <a:pt x="1332810" y="1292672"/>
                    </a:lnTo>
                    <a:lnTo>
                      <a:pt x="995477" y="1292672"/>
                    </a:lnTo>
                    <a:lnTo>
                      <a:pt x="507493" y="686753"/>
                    </a:lnTo>
                    <a:lnTo>
                      <a:pt x="382910" y="686753"/>
                    </a:lnTo>
                    <a:lnTo>
                      <a:pt x="382910" y="1106265"/>
                    </a:lnTo>
                    <a:cubicBezTo>
                      <a:pt x="382910" y="1161671"/>
                      <a:pt x="396902" y="1201000"/>
                      <a:pt x="425077" y="1224157"/>
                    </a:cubicBezTo>
                    <a:cubicBezTo>
                      <a:pt x="453443" y="1247410"/>
                      <a:pt x="497718" y="1258989"/>
                      <a:pt x="558093" y="1258989"/>
                    </a:cubicBezTo>
                    <a:lnTo>
                      <a:pt x="565760" y="1258989"/>
                    </a:lnTo>
                    <a:lnTo>
                      <a:pt x="565760" y="1292672"/>
                    </a:lnTo>
                    <a:lnTo>
                      <a:pt x="343" y="1292672"/>
                    </a:lnTo>
                    <a:lnTo>
                      <a:pt x="343" y="1258989"/>
                    </a:lnTo>
                    <a:cubicBezTo>
                      <a:pt x="60623" y="1258989"/>
                      <a:pt x="105473" y="1248272"/>
                      <a:pt x="134893" y="1226837"/>
                    </a:cubicBezTo>
                    <a:cubicBezTo>
                      <a:pt x="164506" y="1205402"/>
                      <a:pt x="179360" y="1167125"/>
                      <a:pt x="179360" y="1112007"/>
                    </a:cubicBezTo>
                    <a:lnTo>
                      <a:pt x="179360" y="176909"/>
                    </a:lnTo>
                    <a:cubicBezTo>
                      <a:pt x="179360" y="126671"/>
                      <a:pt x="164506" y="90308"/>
                      <a:pt x="134893" y="67820"/>
                    </a:cubicBezTo>
                    <a:cubicBezTo>
                      <a:pt x="105473" y="45141"/>
                      <a:pt x="60623" y="33754"/>
                      <a:pt x="343" y="33754"/>
                    </a:cubicBezTo>
                    <a:lnTo>
                      <a:pt x="343" y="71"/>
                    </a:lnTo>
                    <a:lnTo>
                      <a:pt x="605243" y="71"/>
                    </a:lnTo>
                    <a:cubicBezTo>
                      <a:pt x="728389" y="71"/>
                      <a:pt x="833518" y="27630"/>
                      <a:pt x="920727" y="82748"/>
                    </a:cubicBezTo>
                    <a:cubicBezTo>
                      <a:pt x="1008127" y="137867"/>
                      <a:pt x="1051827" y="222649"/>
                      <a:pt x="1051827" y="336905"/>
                    </a:cubicBezTo>
                    <a:close/>
                    <a:moveTo>
                      <a:pt x="382910" y="99590"/>
                    </a:moveTo>
                    <a:lnTo>
                      <a:pt x="382910" y="622831"/>
                    </a:lnTo>
                    <a:lnTo>
                      <a:pt x="430060" y="622831"/>
                    </a:lnTo>
                    <a:cubicBezTo>
                      <a:pt x="557039" y="622831"/>
                      <a:pt x="653160" y="598143"/>
                      <a:pt x="718327" y="548575"/>
                    </a:cubicBezTo>
                    <a:cubicBezTo>
                      <a:pt x="783685" y="499102"/>
                      <a:pt x="816460" y="430300"/>
                      <a:pt x="816460" y="342264"/>
                    </a:cubicBezTo>
                    <a:cubicBezTo>
                      <a:pt x="816460" y="265998"/>
                      <a:pt x="791543" y="200927"/>
                      <a:pt x="741710" y="147053"/>
                    </a:cubicBezTo>
                    <a:cubicBezTo>
                      <a:pt x="692068" y="92987"/>
                      <a:pt x="622110" y="65906"/>
                      <a:pt x="531643" y="65906"/>
                    </a:cubicBezTo>
                    <a:cubicBezTo>
                      <a:pt x="482768" y="65906"/>
                      <a:pt x="433223" y="77198"/>
                      <a:pt x="382910" y="9959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453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102" name="Gráfico 34">
              <a:extLst>
                <a:ext uri="{FF2B5EF4-FFF2-40B4-BE49-F238E27FC236}">
                  <a16:creationId xmlns:a16="http://schemas.microsoft.com/office/drawing/2014/main" id="{C2EC42DE-AF52-0EA1-1131-7208F35C400B}"/>
                </a:ext>
              </a:extLst>
            </p:cNvPr>
            <p:cNvGrpSpPr/>
            <p:nvPr/>
          </p:nvGrpSpPr>
          <p:grpSpPr>
            <a:xfrm>
              <a:off x="-1244049" y="4936315"/>
              <a:ext cx="2834569" cy="1042272"/>
              <a:chOff x="-1244049" y="4936315"/>
              <a:chExt cx="2834569" cy="1042272"/>
            </a:xfrm>
            <a:solidFill>
              <a:srgbClr val="FFFFFF"/>
            </a:solidFill>
          </p:grpSpPr>
          <p:sp>
            <p:nvSpPr>
              <p:cNvPr id="103" name="Forma Livre: Forma 102">
                <a:extLst>
                  <a:ext uri="{FF2B5EF4-FFF2-40B4-BE49-F238E27FC236}">
                    <a16:creationId xmlns:a16="http://schemas.microsoft.com/office/drawing/2014/main" id="{BAF3BEE2-D54A-02B6-967E-DC250FD32923}"/>
                  </a:ext>
                </a:extLst>
              </p:cNvPr>
              <p:cNvSpPr/>
              <p:nvPr/>
            </p:nvSpPr>
            <p:spPr>
              <a:xfrm>
                <a:off x="-1244049" y="4942056"/>
                <a:ext cx="652050" cy="1018923"/>
              </a:xfrm>
              <a:custGeom>
                <a:avLst/>
                <a:gdLst>
                  <a:gd name="csX0" fmla="*/ 314617 w 652050"/>
                  <a:gd name="csY0" fmla="*/ 137 h 1018923"/>
                  <a:gd name="csX1" fmla="*/ 451850 w 652050"/>
                  <a:gd name="csY1" fmla="*/ 36117 h 1018923"/>
                  <a:gd name="csX2" fmla="*/ 551900 w 652050"/>
                  <a:gd name="csY2" fmla="*/ 132191 h 1018923"/>
                  <a:gd name="csX3" fmla="*/ 589467 w 652050"/>
                  <a:gd name="csY3" fmla="*/ 262714 h 1018923"/>
                  <a:gd name="csX4" fmla="*/ 549217 w 652050"/>
                  <a:gd name="csY4" fmla="*/ 432280 h 1018923"/>
                  <a:gd name="csX5" fmla="*/ 413133 w 652050"/>
                  <a:gd name="csY5" fmla="*/ 629404 h 1018923"/>
                  <a:gd name="csX6" fmla="*/ 140583 w 652050"/>
                  <a:gd name="csY6" fmla="*/ 911120 h 1018923"/>
                  <a:gd name="csX7" fmla="*/ 469483 w 652050"/>
                  <a:gd name="csY7" fmla="*/ 911120 h 1018923"/>
                  <a:gd name="csX8" fmla="*/ 571067 w 652050"/>
                  <a:gd name="csY8" fmla="*/ 890834 h 1018923"/>
                  <a:gd name="csX9" fmla="*/ 624350 w 652050"/>
                  <a:gd name="csY9" fmla="*/ 832270 h 1018923"/>
                  <a:gd name="csX10" fmla="*/ 652333 w 652050"/>
                  <a:gd name="csY10" fmla="*/ 832270 h 1018923"/>
                  <a:gd name="csX11" fmla="*/ 580650 w 652050"/>
                  <a:gd name="csY11" fmla="*/ 1019060 h 1018923"/>
                  <a:gd name="csX12" fmla="*/ 283 w 652050"/>
                  <a:gd name="csY12" fmla="*/ 1019060 h 1018923"/>
                  <a:gd name="csX13" fmla="*/ 283 w 652050"/>
                  <a:gd name="csY13" fmla="*/ 992649 h 1018923"/>
                  <a:gd name="csX14" fmla="*/ 278583 w 652050"/>
                  <a:gd name="csY14" fmla="*/ 717058 h 1018923"/>
                  <a:gd name="csX15" fmla="*/ 422717 w 652050"/>
                  <a:gd name="csY15" fmla="*/ 507685 h 1018923"/>
                  <a:gd name="csX16" fmla="*/ 465267 w 652050"/>
                  <a:gd name="csY16" fmla="*/ 331612 h 1018923"/>
                  <a:gd name="csX17" fmla="*/ 432300 w 652050"/>
                  <a:gd name="csY17" fmla="*/ 211806 h 1018923"/>
                  <a:gd name="csX18" fmla="*/ 351800 w 652050"/>
                  <a:gd name="csY18" fmla="*/ 139463 h 1018923"/>
                  <a:gd name="csX19" fmla="*/ 259033 w 652050"/>
                  <a:gd name="csY19" fmla="*/ 115349 h 1018923"/>
                  <a:gd name="csX20" fmla="*/ 138283 w 652050"/>
                  <a:gd name="csY20" fmla="*/ 156305 h 1018923"/>
                  <a:gd name="csX21" fmla="*/ 57400 w 652050"/>
                  <a:gd name="csY21" fmla="*/ 273049 h 1018923"/>
                  <a:gd name="csX22" fmla="*/ 30950 w 652050"/>
                  <a:gd name="csY22" fmla="*/ 273049 h 1018923"/>
                  <a:gd name="csX23" fmla="*/ 127933 w 652050"/>
                  <a:gd name="csY23" fmla="*/ 66738 h 1018923"/>
                  <a:gd name="csX24" fmla="*/ 314617 w 652050"/>
                  <a:gd name="csY24" fmla="*/ 137 h 101892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</a:cxnLst>
                <a:rect l="l" t="t" r="r" b="b"/>
                <a:pathLst>
                  <a:path w="652050" h="1018923">
                    <a:moveTo>
                      <a:pt x="314617" y="137"/>
                    </a:moveTo>
                    <a:cubicBezTo>
                      <a:pt x="364163" y="137"/>
                      <a:pt x="409875" y="12194"/>
                      <a:pt x="451850" y="36117"/>
                    </a:cubicBezTo>
                    <a:cubicBezTo>
                      <a:pt x="493729" y="59848"/>
                      <a:pt x="527079" y="91905"/>
                      <a:pt x="551900" y="132191"/>
                    </a:cubicBezTo>
                    <a:cubicBezTo>
                      <a:pt x="576913" y="172573"/>
                      <a:pt x="589467" y="216017"/>
                      <a:pt x="589467" y="262714"/>
                    </a:cubicBezTo>
                    <a:cubicBezTo>
                      <a:pt x="589467" y="319364"/>
                      <a:pt x="576050" y="375917"/>
                      <a:pt x="549217" y="432280"/>
                    </a:cubicBezTo>
                    <a:cubicBezTo>
                      <a:pt x="522383" y="488738"/>
                      <a:pt x="476958" y="554382"/>
                      <a:pt x="413133" y="629404"/>
                    </a:cubicBezTo>
                    <a:cubicBezTo>
                      <a:pt x="349213" y="704235"/>
                      <a:pt x="258363" y="798109"/>
                      <a:pt x="140583" y="911120"/>
                    </a:cubicBezTo>
                    <a:lnTo>
                      <a:pt x="469483" y="911120"/>
                    </a:lnTo>
                    <a:cubicBezTo>
                      <a:pt x="515196" y="911120"/>
                      <a:pt x="549025" y="904422"/>
                      <a:pt x="571067" y="890834"/>
                    </a:cubicBezTo>
                    <a:cubicBezTo>
                      <a:pt x="593013" y="877054"/>
                      <a:pt x="610742" y="857533"/>
                      <a:pt x="624350" y="832270"/>
                    </a:cubicBezTo>
                    <a:lnTo>
                      <a:pt x="652333" y="832270"/>
                    </a:lnTo>
                    <a:lnTo>
                      <a:pt x="580650" y="1019060"/>
                    </a:lnTo>
                    <a:lnTo>
                      <a:pt x="283" y="1019060"/>
                    </a:lnTo>
                    <a:lnTo>
                      <a:pt x="283" y="992649"/>
                    </a:lnTo>
                    <a:cubicBezTo>
                      <a:pt x="118063" y="887580"/>
                      <a:pt x="210829" y="795716"/>
                      <a:pt x="278583" y="717058"/>
                    </a:cubicBezTo>
                    <a:cubicBezTo>
                      <a:pt x="346242" y="638208"/>
                      <a:pt x="394350" y="568449"/>
                      <a:pt x="422717" y="507685"/>
                    </a:cubicBezTo>
                    <a:cubicBezTo>
                      <a:pt x="451083" y="446729"/>
                      <a:pt x="465267" y="388070"/>
                      <a:pt x="465267" y="331612"/>
                    </a:cubicBezTo>
                    <a:cubicBezTo>
                      <a:pt x="465267" y="283958"/>
                      <a:pt x="454246" y="243959"/>
                      <a:pt x="432300" y="211806"/>
                    </a:cubicBezTo>
                    <a:cubicBezTo>
                      <a:pt x="410258" y="179654"/>
                      <a:pt x="383425" y="155540"/>
                      <a:pt x="351800" y="139463"/>
                    </a:cubicBezTo>
                    <a:cubicBezTo>
                      <a:pt x="320079" y="123387"/>
                      <a:pt x="289125" y="115349"/>
                      <a:pt x="259033" y="115349"/>
                    </a:cubicBezTo>
                    <a:cubicBezTo>
                      <a:pt x="211213" y="115349"/>
                      <a:pt x="170963" y="129033"/>
                      <a:pt x="138283" y="156305"/>
                    </a:cubicBezTo>
                    <a:cubicBezTo>
                      <a:pt x="105508" y="183673"/>
                      <a:pt x="78579" y="222524"/>
                      <a:pt x="57400" y="273049"/>
                    </a:cubicBezTo>
                    <a:lnTo>
                      <a:pt x="30950" y="273049"/>
                    </a:lnTo>
                    <a:cubicBezTo>
                      <a:pt x="51363" y="179654"/>
                      <a:pt x="83658" y="110947"/>
                      <a:pt x="127933" y="66738"/>
                    </a:cubicBezTo>
                    <a:cubicBezTo>
                      <a:pt x="172400" y="22337"/>
                      <a:pt x="234596" y="137"/>
                      <a:pt x="314617" y="137"/>
                    </a:cubicBezTo>
                    <a:close/>
                  </a:path>
                </a:pathLst>
              </a:custGeom>
              <a:solidFill>
                <a:srgbClr val="FFFFFF"/>
              </a:solidFill>
              <a:ln w="2453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04" name="Forma Livre: Forma 103">
                <a:extLst>
                  <a:ext uri="{FF2B5EF4-FFF2-40B4-BE49-F238E27FC236}">
                    <a16:creationId xmlns:a16="http://schemas.microsoft.com/office/drawing/2014/main" id="{7152D680-677A-47C0-9E7F-6C44E564F83A}"/>
                  </a:ext>
                </a:extLst>
              </p:cNvPr>
              <p:cNvSpPr/>
              <p:nvPr/>
            </p:nvSpPr>
            <p:spPr>
              <a:xfrm>
                <a:off x="-507342" y="4942056"/>
                <a:ext cx="637483" cy="1036531"/>
              </a:xfrm>
              <a:custGeom>
                <a:avLst/>
                <a:gdLst>
                  <a:gd name="csX0" fmla="*/ 314647 w 637483"/>
                  <a:gd name="csY0" fmla="*/ 137 h 1036531"/>
                  <a:gd name="csX1" fmla="*/ 464913 w 637483"/>
                  <a:gd name="csY1" fmla="*/ 57169 h 1036531"/>
                  <a:gd name="csX2" fmla="*/ 588730 w 637483"/>
                  <a:gd name="csY2" fmla="*/ 231327 h 1036531"/>
                  <a:gd name="csX3" fmla="*/ 637797 w 637483"/>
                  <a:gd name="csY3" fmla="*/ 518402 h 1036531"/>
                  <a:gd name="csX4" fmla="*/ 587197 w 637483"/>
                  <a:gd name="csY4" fmla="*/ 807391 h 1036531"/>
                  <a:gd name="csX5" fmla="*/ 463763 w 637483"/>
                  <a:gd name="csY5" fmla="*/ 980401 h 1036531"/>
                  <a:gd name="csX6" fmla="*/ 321930 w 637483"/>
                  <a:gd name="csY6" fmla="*/ 1036668 h 1036531"/>
                  <a:gd name="csX7" fmla="*/ 167447 w 637483"/>
                  <a:gd name="csY7" fmla="*/ 977722 h 1036531"/>
                  <a:gd name="csX8" fmla="*/ 47080 w 637483"/>
                  <a:gd name="csY8" fmla="*/ 801649 h 1036531"/>
                  <a:gd name="csX9" fmla="*/ 313 w 637483"/>
                  <a:gd name="csY9" fmla="*/ 518402 h 1036531"/>
                  <a:gd name="csX10" fmla="*/ 48613 w 637483"/>
                  <a:gd name="csY10" fmla="*/ 230945 h 1036531"/>
                  <a:gd name="csX11" fmla="*/ 169747 w 637483"/>
                  <a:gd name="csY11" fmla="*/ 57169 h 1036531"/>
                  <a:gd name="csX12" fmla="*/ 314647 w 637483"/>
                  <a:gd name="csY12" fmla="*/ 137 h 1036531"/>
                  <a:gd name="csX13" fmla="*/ 140613 w 637483"/>
                  <a:gd name="csY13" fmla="*/ 518402 h 1036531"/>
                  <a:gd name="csX14" fmla="*/ 179330 w 637483"/>
                  <a:gd name="csY14" fmla="*/ 862892 h 1036531"/>
                  <a:gd name="csX15" fmla="*/ 317713 w 637483"/>
                  <a:gd name="csY15" fmla="*/ 992649 h 1036531"/>
                  <a:gd name="csX16" fmla="*/ 454180 w 637483"/>
                  <a:gd name="csY16" fmla="*/ 869399 h 1036531"/>
                  <a:gd name="csX17" fmla="*/ 495963 w 637483"/>
                  <a:gd name="csY17" fmla="*/ 518402 h 1036531"/>
                  <a:gd name="csX18" fmla="*/ 451113 w 637483"/>
                  <a:gd name="csY18" fmla="*/ 160133 h 1036531"/>
                  <a:gd name="csX19" fmla="*/ 316180 w 637483"/>
                  <a:gd name="csY19" fmla="*/ 43772 h 1036531"/>
                  <a:gd name="csX20" fmla="*/ 177797 w 637483"/>
                  <a:gd name="csY20" fmla="*/ 176592 h 1036531"/>
                  <a:gd name="csX21" fmla="*/ 140613 w 637483"/>
                  <a:gd name="csY21" fmla="*/ 518402 h 103653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</a:cxnLst>
                <a:rect l="l" t="t" r="r" b="b"/>
                <a:pathLst>
                  <a:path w="637483" h="1036531">
                    <a:moveTo>
                      <a:pt x="314647" y="137"/>
                    </a:moveTo>
                    <a:cubicBezTo>
                      <a:pt x="365247" y="137"/>
                      <a:pt x="415272" y="19179"/>
                      <a:pt x="464913" y="57169"/>
                    </a:cubicBezTo>
                    <a:cubicBezTo>
                      <a:pt x="514747" y="94967"/>
                      <a:pt x="555955" y="153052"/>
                      <a:pt x="588730" y="231327"/>
                    </a:cubicBezTo>
                    <a:cubicBezTo>
                      <a:pt x="621409" y="309699"/>
                      <a:pt x="637797" y="405390"/>
                      <a:pt x="637797" y="518402"/>
                    </a:cubicBezTo>
                    <a:cubicBezTo>
                      <a:pt x="637797" y="633232"/>
                      <a:pt x="620930" y="729593"/>
                      <a:pt x="587197" y="807391"/>
                    </a:cubicBezTo>
                    <a:cubicBezTo>
                      <a:pt x="553655" y="885284"/>
                      <a:pt x="512542" y="942890"/>
                      <a:pt x="463763" y="980401"/>
                    </a:cubicBezTo>
                    <a:cubicBezTo>
                      <a:pt x="414888" y="1017912"/>
                      <a:pt x="367642" y="1036668"/>
                      <a:pt x="321930" y="1036668"/>
                    </a:cubicBezTo>
                    <a:cubicBezTo>
                      <a:pt x="268263" y="1036668"/>
                      <a:pt x="216705" y="1017051"/>
                      <a:pt x="167447" y="977722"/>
                    </a:cubicBezTo>
                    <a:cubicBezTo>
                      <a:pt x="118380" y="938201"/>
                      <a:pt x="78226" y="879542"/>
                      <a:pt x="47080" y="801649"/>
                    </a:cubicBezTo>
                    <a:cubicBezTo>
                      <a:pt x="15838" y="723852"/>
                      <a:pt x="313" y="629404"/>
                      <a:pt x="313" y="518402"/>
                    </a:cubicBezTo>
                    <a:cubicBezTo>
                      <a:pt x="313" y="404625"/>
                      <a:pt x="16413" y="308838"/>
                      <a:pt x="48613" y="230945"/>
                    </a:cubicBezTo>
                    <a:cubicBezTo>
                      <a:pt x="80813" y="152860"/>
                      <a:pt x="121159" y="94967"/>
                      <a:pt x="169747" y="57169"/>
                    </a:cubicBezTo>
                    <a:cubicBezTo>
                      <a:pt x="218526" y="19179"/>
                      <a:pt x="266826" y="137"/>
                      <a:pt x="314647" y="137"/>
                    </a:cubicBezTo>
                    <a:close/>
                    <a:moveTo>
                      <a:pt x="140613" y="518402"/>
                    </a:moveTo>
                    <a:cubicBezTo>
                      <a:pt x="140613" y="661365"/>
                      <a:pt x="153455" y="776195"/>
                      <a:pt x="179330" y="862892"/>
                    </a:cubicBezTo>
                    <a:cubicBezTo>
                      <a:pt x="205109" y="949397"/>
                      <a:pt x="251205" y="992649"/>
                      <a:pt x="317713" y="992649"/>
                    </a:cubicBezTo>
                    <a:cubicBezTo>
                      <a:pt x="381059" y="992649"/>
                      <a:pt x="426580" y="951598"/>
                      <a:pt x="454180" y="869399"/>
                    </a:cubicBezTo>
                    <a:cubicBezTo>
                      <a:pt x="481972" y="787295"/>
                      <a:pt x="495963" y="670265"/>
                      <a:pt x="495963" y="518402"/>
                    </a:cubicBezTo>
                    <a:cubicBezTo>
                      <a:pt x="495963" y="356875"/>
                      <a:pt x="481013" y="237452"/>
                      <a:pt x="451113" y="160133"/>
                    </a:cubicBezTo>
                    <a:cubicBezTo>
                      <a:pt x="421405" y="82623"/>
                      <a:pt x="376459" y="43772"/>
                      <a:pt x="316180" y="43772"/>
                    </a:cubicBezTo>
                    <a:cubicBezTo>
                      <a:pt x="248905" y="43772"/>
                      <a:pt x="202809" y="88077"/>
                      <a:pt x="177797" y="176592"/>
                    </a:cubicBezTo>
                    <a:cubicBezTo>
                      <a:pt x="152976" y="265202"/>
                      <a:pt x="140613" y="379075"/>
                      <a:pt x="140613" y="51840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453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05" name="Forma Livre: Forma 104">
                <a:extLst>
                  <a:ext uri="{FF2B5EF4-FFF2-40B4-BE49-F238E27FC236}">
                    <a16:creationId xmlns:a16="http://schemas.microsoft.com/office/drawing/2014/main" id="{85787648-B246-D9AF-3751-3CD761B27514}"/>
                  </a:ext>
                </a:extLst>
              </p:cNvPr>
              <p:cNvSpPr/>
              <p:nvPr/>
            </p:nvSpPr>
            <p:spPr>
              <a:xfrm>
                <a:off x="217863" y="4942056"/>
                <a:ext cx="652050" cy="1018923"/>
              </a:xfrm>
              <a:custGeom>
                <a:avLst/>
                <a:gdLst>
                  <a:gd name="csX0" fmla="*/ 314676 w 652050"/>
                  <a:gd name="csY0" fmla="*/ 137 h 1018923"/>
                  <a:gd name="csX1" fmla="*/ 451910 w 652050"/>
                  <a:gd name="csY1" fmla="*/ 36117 h 1018923"/>
                  <a:gd name="csX2" fmla="*/ 551960 w 652050"/>
                  <a:gd name="csY2" fmla="*/ 132191 h 1018923"/>
                  <a:gd name="csX3" fmla="*/ 589526 w 652050"/>
                  <a:gd name="csY3" fmla="*/ 262714 h 1018923"/>
                  <a:gd name="csX4" fmla="*/ 549276 w 652050"/>
                  <a:gd name="csY4" fmla="*/ 432280 h 1018923"/>
                  <a:gd name="csX5" fmla="*/ 413193 w 652050"/>
                  <a:gd name="csY5" fmla="*/ 629404 h 1018923"/>
                  <a:gd name="csX6" fmla="*/ 140643 w 652050"/>
                  <a:gd name="csY6" fmla="*/ 911120 h 1018923"/>
                  <a:gd name="csX7" fmla="*/ 469543 w 652050"/>
                  <a:gd name="csY7" fmla="*/ 911120 h 1018923"/>
                  <a:gd name="csX8" fmla="*/ 571126 w 652050"/>
                  <a:gd name="csY8" fmla="*/ 890834 h 1018923"/>
                  <a:gd name="csX9" fmla="*/ 624410 w 652050"/>
                  <a:gd name="csY9" fmla="*/ 832270 h 1018923"/>
                  <a:gd name="csX10" fmla="*/ 652393 w 652050"/>
                  <a:gd name="csY10" fmla="*/ 832270 h 1018923"/>
                  <a:gd name="csX11" fmla="*/ 580710 w 652050"/>
                  <a:gd name="csY11" fmla="*/ 1019060 h 1018923"/>
                  <a:gd name="csX12" fmla="*/ 343 w 652050"/>
                  <a:gd name="csY12" fmla="*/ 1019060 h 1018923"/>
                  <a:gd name="csX13" fmla="*/ 343 w 652050"/>
                  <a:gd name="csY13" fmla="*/ 992649 h 1018923"/>
                  <a:gd name="csX14" fmla="*/ 278643 w 652050"/>
                  <a:gd name="csY14" fmla="*/ 717058 h 1018923"/>
                  <a:gd name="csX15" fmla="*/ 422776 w 652050"/>
                  <a:gd name="csY15" fmla="*/ 507685 h 1018923"/>
                  <a:gd name="csX16" fmla="*/ 465326 w 652050"/>
                  <a:gd name="csY16" fmla="*/ 331612 h 1018923"/>
                  <a:gd name="csX17" fmla="*/ 432360 w 652050"/>
                  <a:gd name="csY17" fmla="*/ 211806 h 1018923"/>
                  <a:gd name="csX18" fmla="*/ 351860 w 652050"/>
                  <a:gd name="csY18" fmla="*/ 139463 h 1018923"/>
                  <a:gd name="csX19" fmla="*/ 259093 w 652050"/>
                  <a:gd name="csY19" fmla="*/ 115349 h 1018923"/>
                  <a:gd name="csX20" fmla="*/ 138343 w 652050"/>
                  <a:gd name="csY20" fmla="*/ 156305 h 1018923"/>
                  <a:gd name="csX21" fmla="*/ 57460 w 652050"/>
                  <a:gd name="csY21" fmla="*/ 273049 h 1018923"/>
                  <a:gd name="csX22" fmla="*/ 31010 w 652050"/>
                  <a:gd name="csY22" fmla="*/ 273049 h 1018923"/>
                  <a:gd name="csX23" fmla="*/ 127993 w 652050"/>
                  <a:gd name="csY23" fmla="*/ 66738 h 1018923"/>
                  <a:gd name="csX24" fmla="*/ 314676 w 652050"/>
                  <a:gd name="csY24" fmla="*/ 137 h 101892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</a:cxnLst>
                <a:rect l="l" t="t" r="r" b="b"/>
                <a:pathLst>
                  <a:path w="652050" h="1018923">
                    <a:moveTo>
                      <a:pt x="314676" y="137"/>
                    </a:moveTo>
                    <a:cubicBezTo>
                      <a:pt x="364222" y="137"/>
                      <a:pt x="409935" y="12194"/>
                      <a:pt x="451910" y="36117"/>
                    </a:cubicBezTo>
                    <a:cubicBezTo>
                      <a:pt x="493789" y="59848"/>
                      <a:pt x="527139" y="91905"/>
                      <a:pt x="551960" y="132191"/>
                    </a:cubicBezTo>
                    <a:cubicBezTo>
                      <a:pt x="576972" y="172573"/>
                      <a:pt x="589526" y="216017"/>
                      <a:pt x="589526" y="262714"/>
                    </a:cubicBezTo>
                    <a:cubicBezTo>
                      <a:pt x="589526" y="319364"/>
                      <a:pt x="576110" y="375917"/>
                      <a:pt x="549276" y="432280"/>
                    </a:cubicBezTo>
                    <a:cubicBezTo>
                      <a:pt x="522443" y="488738"/>
                      <a:pt x="477018" y="554382"/>
                      <a:pt x="413193" y="629404"/>
                    </a:cubicBezTo>
                    <a:cubicBezTo>
                      <a:pt x="349272" y="704235"/>
                      <a:pt x="258422" y="798109"/>
                      <a:pt x="140643" y="911120"/>
                    </a:cubicBezTo>
                    <a:lnTo>
                      <a:pt x="469543" y="911120"/>
                    </a:lnTo>
                    <a:cubicBezTo>
                      <a:pt x="515256" y="911120"/>
                      <a:pt x="549085" y="904422"/>
                      <a:pt x="571126" y="890834"/>
                    </a:cubicBezTo>
                    <a:cubicBezTo>
                      <a:pt x="593072" y="877054"/>
                      <a:pt x="610801" y="857533"/>
                      <a:pt x="624410" y="832270"/>
                    </a:cubicBezTo>
                    <a:lnTo>
                      <a:pt x="652393" y="832270"/>
                    </a:lnTo>
                    <a:lnTo>
                      <a:pt x="580710" y="1019060"/>
                    </a:lnTo>
                    <a:lnTo>
                      <a:pt x="343" y="1019060"/>
                    </a:lnTo>
                    <a:lnTo>
                      <a:pt x="343" y="992649"/>
                    </a:lnTo>
                    <a:cubicBezTo>
                      <a:pt x="118122" y="887580"/>
                      <a:pt x="210889" y="795716"/>
                      <a:pt x="278643" y="717058"/>
                    </a:cubicBezTo>
                    <a:cubicBezTo>
                      <a:pt x="346301" y="638208"/>
                      <a:pt x="394410" y="568449"/>
                      <a:pt x="422776" y="507685"/>
                    </a:cubicBezTo>
                    <a:cubicBezTo>
                      <a:pt x="451143" y="446729"/>
                      <a:pt x="465326" y="388070"/>
                      <a:pt x="465326" y="331612"/>
                    </a:cubicBezTo>
                    <a:cubicBezTo>
                      <a:pt x="465326" y="283958"/>
                      <a:pt x="454306" y="243959"/>
                      <a:pt x="432360" y="211806"/>
                    </a:cubicBezTo>
                    <a:cubicBezTo>
                      <a:pt x="410318" y="179654"/>
                      <a:pt x="383485" y="155540"/>
                      <a:pt x="351860" y="139463"/>
                    </a:cubicBezTo>
                    <a:cubicBezTo>
                      <a:pt x="320139" y="123387"/>
                      <a:pt x="289185" y="115349"/>
                      <a:pt x="259093" y="115349"/>
                    </a:cubicBezTo>
                    <a:cubicBezTo>
                      <a:pt x="211272" y="115349"/>
                      <a:pt x="171022" y="129033"/>
                      <a:pt x="138343" y="156305"/>
                    </a:cubicBezTo>
                    <a:cubicBezTo>
                      <a:pt x="105568" y="183673"/>
                      <a:pt x="78639" y="222524"/>
                      <a:pt x="57460" y="273049"/>
                    </a:cubicBezTo>
                    <a:lnTo>
                      <a:pt x="31010" y="273049"/>
                    </a:lnTo>
                    <a:cubicBezTo>
                      <a:pt x="51422" y="179654"/>
                      <a:pt x="83718" y="110947"/>
                      <a:pt x="127993" y="66738"/>
                    </a:cubicBezTo>
                    <a:cubicBezTo>
                      <a:pt x="172460" y="22337"/>
                      <a:pt x="234656" y="137"/>
                      <a:pt x="314676" y="137"/>
                    </a:cubicBezTo>
                    <a:close/>
                  </a:path>
                </a:pathLst>
              </a:custGeom>
              <a:solidFill>
                <a:srgbClr val="FFFFFF"/>
              </a:solidFill>
              <a:ln w="2453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06" name="Forma Livre: Forma 105">
                <a:extLst>
                  <a:ext uri="{FF2B5EF4-FFF2-40B4-BE49-F238E27FC236}">
                    <a16:creationId xmlns:a16="http://schemas.microsoft.com/office/drawing/2014/main" id="{B5610C13-EE2B-5D6E-6B59-269323F77A59}"/>
                  </a:ext>
                </a:extLst>
              </p:cNvPr>
              <p:cNvSpPr/>
              <p:nvPr/>
            </p:nvSpPr>
            <p:spPr>
              <a:xfrm>
                <a:off x="976419" y="4936315"/>
                <a:ext cx="614100" cy="1042272"/>
              </a:xfrm>
              <a:custGeom>
                <a:avLst/>
                <a:gdLst>
                  <a:gd name="csX0" fmla="*/ 209673 w 614100"/>
                  <a:gd name="csY0" fmla="*/ 145970 h 1042272"/>
                  <a:gd name="csX1" fmla="*/ 372590 w 614100"/>
                  <a:gd name="csY1" fmla="*/ 38030 h 1042272"/>
                  <a:gd name="csX2" fmla="*/ 548923 w 614100"/>
                  <a:gd name="csY2" fmla="*/ 137 h 1042272"/>
                  <a:gd name="csX3" fmla="*/ 594156 w 614100"/>
                  <a:gd name="csY3" fmla="*/ 137 h 1042272"/>
                  <a:gd name="csX4" fmla="*/ 594156 w 614100"/>
                  <a:gd name="csY4" fmla="*/ 29227 h 1042272"/>
                  <a:gd name="csX5" fmla="*/ 443123 w 614100"/>
                  <a:gd name="csY5" fmla="*/ 67121 h 1042272"/>
                  <a:gd name="csX6" fmla="*/ 307423 w 614100"/>
                  <a:gd name="csY6" fmla="*/ 172381 h 1042272"/>
                  <a:gd name="csX7" fmla="*/ 216189 w 614100"/>
                  <a:gd name="csY7" fmla="*/ 305967 h 1042272"/>
                  <a:gd name="csX8" fmla="*/ 156773 w 614100"/>
                  <a:gd name="csY8" fmla="*/ 470174 h 1042272"/>
                  <a:gd name="csX9" fmla="*/ 256823 w 614100"/>
                  <a:gd name="csY9" fmla="*/ 413141 h 1042272"/>
                  <a:gd name="csX10" fmla="*/ 364540 w 614100"/>
                  <a:gd name="csY10" fmla="*/ 394003 h 1042272"/>
                  <a:gd name="csX11" fmla="*/ 492956 w 614100"/>
                  <a:gd name="csY11" fmla="*/ 431514 h 1042272"/>
                  <a:gd name="csX12" fmla="*/ 582273 w 614100"/>
                  <a:gd name="csY12" fmla="*/ 535244 h 1042272"/>
                  <a:gd name="csX13" fmla="*/ 614473 w 614100"/>
                  <a:gd name="csY13" fmla="*/ 683374 h 1042272"/>
                  <a:gd name="csX14" fmla="*/ 574223 w 614100"/>
                  <a:gd name="csY14" fmla="*/ 863657 h 1042272"/>
                  <a:gd name="csX15" fmla="*/ 466123 w 614100"/>
                  <a:gd name="csY15" fmla="*/ 994181 h 1042272"/>
                  <a:gd name="csX16" fmla="*/ 316240 w 614100"/>
                  <a:gd name="csY16" fmla="*/ 1042409 h 1042272"/>
                  <a:gd name="csX17" fmla="*/ 155239 w 614100"/>
                  <a:gd name="csY17" fmla="*/ 987674 h 1042272"/>
                  <a:gd name="csX18" fmla="*/ 42156 w 614100"/>
                  <a:gd name="csY18" fmla="*/ 836481 h 1042272"/>
                  <a:gd name="csX19" fmla="*/ 373 w 614100"/>
                  <a:gd name="csY19" fmla="*/ 623280 h 1042272"/>
                  <a:gd name="csX20" fmla="*/ 57489 w 614100"/>
                  <a:gd name="csY20" fmla="*/ 358406 h 1042272"/>
                  <a:gd name="csX21" fmla="*/ 209673 w 614100"/>
                  <a:gd name="csY21" fmla="*/ 145970 h 1042272"/>
                  <a:gd name="csX22" fmla="*/ 147956 w 614100"/>
                  <a:gd name="csY22" fmla="*/ 516871 h 1042272"/>
                  <a:gd name="csX23" fmla="*/ 136456 w 614100"/>
                  <a:gd name="csY23" fmla="*/ 636294 h 1042272"/>
                  <a:gd name="csX24" fmla="*/ 155239 w 614100"/>
                  <a:gd name="csY24" fmla="*/ 794377 h 1042272"/>
                  <a:gd name="csX25" fmla="*/ 218106 w 614100"/>
                  <a:gd name="csY25" fmla="*/ 937531 h 1042272"/>
                  <a:gd name="csX26" fmla="*/ 332340 w 614100"/>
                  <a:gd name="csY26" fmla="*/ 997243 h 1042272"/>
                  <a:gd name="csX27" fmla="*/ 446956 w 614100"/>
                  <a:gd name="csY27" fmla="*/ 934469 h 1042272"/>
                  <a:gd name="csX28" fmla="*/ 490273 w 614100"/>
                  <a:gd name="csY28" fmla="*/ 766435 h 1042272"/>
                  <a:gd name="csX29" fmla="*/ 448490 w 614100"/>
                  <a:gd name="csY29" fmla="*/ 554765 h 1042272"/>
                  <a:gd name="csX30" fmla="*/ 301673 w 614100"/>
                  <a:gd name="csY30" fmla="*/ 458308 h 1042272"/>
                  <a:gd name="csX31" fmla="*/ 227689 w 614100"/>
                  <a:gd name="csY31" fmla="*/ 472470 h 1042272"/>
                  <a:gd name="csX32" fmla="*/ 147956 w 614100"/>
                  <a:gd name="csY32" fmla="*/ 516871 h 10422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</a:cxnLst>
                <a:rect l="l" t="t" r="r" b="b"/>
                <a:pathLst>
                  <a:path w="614100" h="1042272">
                    <a:moveTo>
                      <a:pt x="209673" y="145970"/>
                    </a:moveTo>
                    <a:cubicBezTo>
                      <a:pt x="260273" y="99273"/>
                      <a:pt x="314514" y="63293"/>
                      <a:pt x="372590" y="38030"/>
                    </a:cubicBezTo>
                    <a:cubicBezTo>
                      <a:pt x="430569" y="12768"/>
                      <a:pt x="489315" y="137"/>
                      <a:pt x="548923" y="137"/>
                    </a:cubicBezTo>
                    <a:lnTo>
                      <a:pt x="594156" y="137"/>
                    </a:lnTo>
                    <a:lnTo>
                      <a:pt x="594156" y="29227"/>
                    </a:lnTo>
                    <a:cubicBezTo>
                      <a:pt x="543269" y="30279"/>
                      <a:pt x="492956" y="42911"/>
                      <a:pt x="443123" y="67121"/>
                    </a:cubicBezTo>
                    <a:cubicBezTo>
                      <a:pt x="393481" y="91426"/>
                      <a:pt x="348248" y="126449"/>
                      <a:pt x="307423" y="172381"/>
                    </a:cubicBezTo>
                    <a:cubicBezTo>
                      <a:pt x="272348" y="211232"/>
                      <a:pt x="241969" y="255729"/>
                      <a:pt x="216189" y="305967"/>
                    </a:cubicBezTo>
                    <a:cubicBezTo>
                      <a:pt x="190314" y="356013"/>
                      <a:pt x="170573" y="410749"/>
                      <a:pt x="156773" y="470174"/>
                    </a:cubicBezTo>
                    <a:cubicBezTo>
                      <a:pt x="190985" y="444911"/>
                      <a:pt x="224335" y="425964"/>
                      <a:pt x="256823" y="413141"/>
                    </a:cubicBezTo>
                    <a:cubicBezTo>
                      <a:pt x="289502" y="400414"/>
                      <a:pt x="325440" y="394003"/>
                      <a:pt x="364540" y="394003"/>
                    </a:cubicBezTo>
                    <a:cubicBezTo>
                      <a:pt x="412265" y="394003"/>
                      <a:pt x="455102" y="406539"/>
                      <a:pt x="492956" y="431514"/>
                    </a:cubicBezTo>
                    <a:cubicBezTo>
                      <a:pt x="531002" y="456298"/>
                      <a:pt x="560806" y="490843"/>
                      <a:pt x="582273" y="535244"/>
                    </a:cubicBezTo>
                    <a:cubicBezTo>
                      <a:pt x="603740" y="579453"/>
                      <a:pt x="614473" y="628830"/>
                      <a:pt x="614473" y="683374"/>
                    </a:cubicBezTo>
                    <a:cubicBezTo>
                      <a:pt x="614473" y="748445"/>
                      <a:pt x="601056" y="808539"/>
                      <a:pt x="574223" y="863657"/>
                    </a:cubicBezTo>
                    <a:cubicBezTo>
                      <a:pt x="547390" y="918584"/>
                      <a:pt x="511356" y="962028"/>
                      <a:pt x="466123" y="994181"/>
                    </a:cubicBezTo>
                    <a:cubicBezTo>
                      <a:pt x="420890" y="1026333"/>
                      <a:pt x="370865" y="1042409"/>
                      <a:pt x="316240" y="1042409"/>
                    </a:cubicBezTo>
                    <a:cubicBezTo>
                      <a:pt x="256631" y="1042409"/>
                      <a:pt x="202965" y="1024228"/>
                      <a:pt x="155239" y="987674"/>
                    </a:cubicBezTo>
                    <a:cubicBezTo>
                      <a:pt x="107706" y="951215"/>
                      <a:pt x="69948" y="900786"/>
                      <a:pt x="42156" y="836481"/>
                    </a:cubicBezTo>
                    <a:cubicBezTo>
                      <a:pt x="14269" y="772176"/>
                      <a:pt x="373" y="701173"/>
                      <a:pt x="373" y="623280"/>
                    </a:cubicBezTo>
                    <a:cubicBezTo>
                      <a:pt x="373" y="528928"/>
                      <a:pt x="19348" y="440605"/>
                      <a:pt x="57489" y="358406"/>
                    </a:cubicBezTo>
                    <a:cubicBezTo>
                      <a:pt x="95535" y="276302"/>
                      <a:pt x="146231" y="205491"/>
                      <a:pt x="209673" y="145970"/>
                    </a:cubicBezTo>
                    <a:close/>
                    <a:moveTo>
                      <a:pt x="147956" y="516871"/>
                    </a:moveTo>
                    <a:cubicBezTo>
                      <a:pt x="140289" y="559741"/>
                      <a:pt x="136456" y="599549"/>
                      <a:pt x="136456" y="636294"/>
                    </a:cubicBezTo>
                    <a:cubicBezTo>
                      <a:pt x="136456" y="686054"/>
                      <a:pt x="142685" y="738780"/>
                      <a:pt x="155239" y="794377"/>
                    </a:cubicBezTo>
                    <a:cubicBezTo>
                      <a:pt x="167985" y="849782"/>
                      <a:pt x="188973" y="897532"/>
                      <a:pt x="218106" y="937531"/>
                    </a:cubicBezTo>
                    <a:cubicBezTo>
                      <a:pt x="247431" y="977339"/>
                      <a:pt x="285573" y="997243"/>
                      <a:pt x="332340" y="997243"/>
                    </a:cubicBezTo>
                    <a:cubicBezTo>
                      <a:pt x="380065" y="997243"/>
                      <a:pt x="418302" y="976382"/>
                      <a:pt x="446956" y="934469"/>
                    </a:cubicBezTo>
                    <a:cubicBezTo>
                      <a:pt x="475802" y="892652"/>
                      <a:pt x="490273" y="836672"/>
                      <a:pt x="490273" y="766435"/>
                    </a:cubicBezTo>
                    <a:cubicBezTo>
                      <a:pt x="490273" y="689690"/>
                      <a:pt x="476281" y="619070"/>
                      <a:pt x="448490" y="554765"/>
                    </a:cubicBezTo>
                    <a:cubicBezTo>
                      <a:pt x="420890" y="490460"/>
                      <a:pt x="371919" y="458308"/>
                      <a:pt x="301673" y="458308"/>
                    </a:cubicBezTo>
                    <a:cubicBezTo>
                      <a:pt x="275319" y="458308"/>
                      <a:pt x="250689" y="463092"/>
                      <a:pt x="227689" y="472470"/>
                    </a:cubicBezTo>
                    <a:cubicBezTo>
                      <a:pt x="204881" y="481657"/>
                      <a:pt x="178335" y="496489"/>
                      <a:pt x="147956" y="516871"/>
                    </a:cubicBezTo>
                    <a:close/>
                  </a:path>
                </a:pathLst>
              </a:custGeom>
              <a:solidFill>
                <a:srgbClr val="FFFFFF"/>
              </a:solidFill>
              <a:ln w="2453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</p:grpSp>
      </p:grpSp>
      <p:sp>
        <p:nvSpPr>
          <p:cNvPr id="6" name="CaixaDeTexto 48">
            <a:extLst>
              <a:ext uri="{FF2B5EF4-FFF2-40B4-BE49-F238E27FC236}">
                <a16:creationId xmlns:a16="http://schemas.microsoft.com/office/drawing/2014/main" id="{B07B586D-7C30-925C-591D-B913E8DBD48F}"/>
              </a:ext>
            </a:extLst>
          </p:cNvPr>
          <p:cNvSpPr txBox="1"/>
          <p:nvPr/>
        </p:nvSpPr>
        <p:spPr>
          <a:xfrm>
            <a:off x="15660266" y="9168323"/>
            <a:ext cx="13774283" cy="4482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561"/>
              </a:spcAft>
            </a:pPr>
            <a:r>
              <a:rPr lang="pt-BR" sz="2803" dirty="0">
                <a:cs typeface="Arial" panose="020B0604020202020204" pitchFamily="34" charset="0"/>
              </a:rPr>
              <a:t>O resultado mais relevante habilitado por esta formulação ocorre no deslocamento z. Devido ao ângulo de hélice (𝛽 =  25º), surge um componente de força axial durante o contato, gerando vibrações acopladas que não ocorreriam em dentes retos.</a:t>
            </a:r>
            <a:endParaRPr lang="pt-BR" sz="2803" dirty="0">
              <a:latin typeface="+mj-lt"/>
              <a:cs typeface="Arial" panose="020B0604020202020204" pitchFamily="34" charset="0"/>
            </a:endParaRPr>
          </a:p>
          <a:p>
            <a:pPr algn="just">
              <a:spcAft>
                <a:spcPts val="561"/>
              </a:spcAft>
            </a:pPr>
            <a:r>
              <a:rPr lang="pt-BR" sz="2803" dirty="0">
                <a:latin typeface="+mj-lt"/>
                <a:cs typeface="Arial" panose="020B0604020202020204" pitchFamily="34" charset="0"/>
              </a:rPr>
              <a:t>As respostas rotacionais e torcionais (𝑅𝑥, 𝑅𝑦 e  𝑅𝑧) evidenciam o forte acoplamento dinâmico entre os eixos. Um comportamento de destaque ocorre em 𝑅𝑥, onde as duas engrenagens oscilam em fase. Esse sincronismo decorre pelo fato da engrenagem 2 estar posicionada ao longo do eixo 𝑥, com relação à engrenagem 1. Caso o posicionamento do Rotor 2 fosse na posição 𝑦 a variável 𝑅𝑦 que estaria em fase. Além disso, nota-se que o rotor movido vibra de forma mais lenta, o que é totalmente coerente com sua velocidade de rotação reduzida pela metade, validando a relação de transmissão do sistema (𝑍1/𝑍2 = 0,5).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5FCE507-4595-A42B-CAB3-0564D98C38B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92171" y="27531866"/>
            <a:ext cx="11690478" cy="9363731"/>
          </a:xfrm>
          <a:prstGeom prst="rect">
            <a:avLst/>
          </a:prstGeom>
        </p:spPr>
      </p:pic>
      <p:sp>
        <p:nvSpPr>
          <p:cNvPr id="15" name="CaixaDeTexto 40">
            <a:extLst>
              <a:ext uri="{FF2B5EF4-FFF2-40B4-BE49-F238E27FC236}">
                <a16:creationId xmlns:a16="http://schemas.microsoft.com/office/drawing/2014/main" id="{30DF04E5-7708-D021-95A7-09507C050405}"/>
              </a:ext>
            </a:extLst>
          </p:cNvPr>
          <p:cNvSpPr txBox="1"/>
          <p:nvPr/>
        </p:nvSpPr>
        <p:spPr>
          <a:xfrm>
            <a:off x="873163" y="23049118"/>
            <a:ext cx="13876444" cy="7394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n-US" sz="4205" b="1" dirty="0">
                <a:solidFill>
                  <a:srgbClr val="C00000"/>
                </a:solidFill>
                <a:latin typeface="+mj-lt"/>
                <a:cs typeface="Arial" panose="020B0604020202020204" pitchFamily="34" charset="0"/>
              </a:rPr>
              <a:t>METODOLOGIA</a:t>
            </a:r>
          </a:p>
        </p:txBody>
      </p:sp>
      <p:cxnSp>
        <p:nvCxnSpPr>
          <p:cNvPr id="16" name="Conector reto 31">
            <a:extLst>
              <a:ext uri="{FF2B5EF4-FFF2-40B4-BE49-F238E27FC236}">
                <a16:creationId xmlns:a16="http://schemas.microsoft.com/office/drawing/2014/main" id="{34B144F0-CCA4-EF6D-0C25-B51881D2CDFD}"/>
              </a:ext>
            </a:extLst>
          </p:cNvPr>
          <p:cNvCxnSpPr>
            <a:cxnSpLocks/>
          </p:cNvCxnSpPr>
          <p:nvPr/>
        </p:nvCxnSpPr>
        <p:spPr>
          <a:xfrm>
            <a:off x="873163" y="23788551"/>
            <a:ext cx="13876444" cy="0"/>
          </a:xfrm>
          <a:prstGeom prst="line">
            <a:avLst/>
          </a:prstGeom>
          <a:ln w="57150">
            <a:solidFill>
              <a:srgbClr val="F5CB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aixaDeTexto 46">
            <a:extLst>
              <a:ext uri="{FF2B5EF4-FFF2-40B4-BE49-F238E27FC236}">
                <a16:creationId xmlns:a16="http://schemas.microsoft.com/office/drawing/2014/main" id="{1062DB0F-F91F-3D35-250E-CDE94AF5747C}"/>
              </a:ext>
            </a:extLst>
          </p:cNvPr>
          <p:cNvSpPr txBox="1"/>
          <p:nvPr/>
        </p:nvSpPr>
        <p:spPr>
          <a:xfrm>
            <a:off x="834765" y="14392987"/>
            <a:ext cx="13957692" cy="18176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561"/>
              </a:spcAft>
            </a:pPr>
            <a:r>
              <a:rPr lang="pt-BR" sz="2803" noProof="0" dirty="0">
                <a:latin typeface="+mj-lt"/>
                <a:cs typeface="Arial" panose="020B0604020202020204" pitchFamily="34" charset="0"/>
              </a:rPr>
              <a:t>	A metodologia de acoplamento adotada baseia-se nos trabalhos de Stringer (2008); Kaplan et al. (2013, 2015). Para o movimento conjunto, acoplam-se as matrizes nos nós de cada engrenagem (𝑖 e 𝑗), reescrevendo a equação de movimento para contemplar as propriedades de ambos os rotores. 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672499FE-A731-7A61-C51C-5A85664CBBA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75291" y="16308723"/>
            <a:ext cx="10662527" cy="628047"/>
          </a:xfrm>
          <a:prstGeom prst="rect">
            <a:avLst/>
          </a:prstGeom>
        </p:spPr>
      </p:pic>
      <p:sp>
        <p:nvSpPr>
          <p:cNvPr id="63" name="CaixaDeTexto 46">
            <a:extLst>
              <a:ext uri="{FF2B5EF4-FFF2-40B4-BE49-F238E27FC236}">
                <a16:creationId xmlns:a16="http://schemas.microsoft.com/office/drawing/2014/main" id="{A3639DA0-7E68-03FE-ECD2-4865EBBDF152}"/>
              </a:ext>
            </a:extLst>
          </p:cNvPr>
          <p:cNvSpPr txBox="1"/>
          <p:nvPr/>
        </p:nvSpPr>
        <p:spPr>
          <a:xfrm>
            <a:off x="834765" y="17174337"/>
            <a:ext cx="13957692" cy="22490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561"/>
              </a:spcAft>
            </a:pPr>
            <a:r>
              <a:rPr lang="pt-BR" sz="2803" dirty="0">
                <a:cs typeface="Arial" panose="020B0604020202020204" pitchFamily="34" charset="0"/>
              </a:rPr>
              <a:t>	A rigidez de acoplamento [𝐾𝑚𝑒𝑠ℎ] atua na direção da linha de ação, não na linha entre centros. As submatrizes (𝐾𝑖𝑖, 𝐾𝑗𝑗, 𝐾𝑖𝑗 e 𝐾𝑗𝑖) seguem a formulação detalhada (Stringer, 2008). A formulação completa da matriz de rigidez contempla o ângulo de pressão normal, o ângulo de hélice, o ângulo de posição entre as duas engrenagens e os raios de base de ambas. A matriz é apresentada de forma completa no trabalho.</a:t>
            </a:r>
          </a:p>
        </p:txBody>
      </p:sp>
      <p:pic>
        <p:nvPicPr>
          <p:cNvPr id="67" name="Picture 66">
            <a:extLst>
              <a:ext uri="{FF2B5EF4-FFF2-40B4-BE49-F238E27FC236}">
                <a16:creationId xmlns:a16="http://schemas.microsoft.com/office/drawing/2014/main" id="{7B4263E7-CC71-D9C9-B012-C711CD4AF9C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060751" y="19374359"/>
            <a:ext cx="6448130" cy="1336099"/>
          </a:xfrm>
          <a:prstGeom prst="rect">
            <a:avLst/>
          </a:prstGeom>
        </p:spPr>
      </p:pic>
      <p:sp>
        <p:nvSpPr>
          <p:cNvPr id="71" name="CaixaDeTexto 46">
            <a:extLst>
              <a:ext uri="{FF2B5EF4-FFF2-40B4-BE49-F238E27FC236}">
                <a16:creationId xmlns:a16="http://schemas.microsoft.com/office/drawing/2014/main" id="{E62DAE22-7EFA-778F-67A2-98E9AC3ADDED}"/>
              </a:ext>
            </a:extLst>
          </p:cNvPr>
          <p:cNvSpPr txBox="1"/>
          <p:nvPr/>
        </p:nvSpPr>
        <p:spPr>
          <a:xfrm>
            <a:off x="737942" y="20681640"/>
            <a:ext cx="13957692" cy="13863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561"/>
              </a:spcAft>
            </a:pPr>
            <a:r>
              <a:rPr lang="pt-BR" sz="2803" dirty="0">
                <a:cs typeface="Arial" panose="020B0604020202020204" pitchFamily="34" charset="0"/>
              </a:rPr>
              <a:t>	A rigidez do engrenamento na linha de ação (𝐾𝑔) é calculada assumindo que a flexibilidade dos dentes predomina sobre a do corpo da engrenagem, onde 𝑐 é a razão de contato, 𝑤 a largura dos dentes e 𝐸1, 𝐸2 os módulos de elasticidade (Kaplan et al., 2015).</a:t>
            </a:r>
          </a:p>
        </p:txBody>
      </p:sp>
      <p:pic>
        <p:nvPicPr>
          <p:cNvPr id="75" name="Picture 74">
            <a:extLst>
              <a:ext uri="{FF2B5EF4-FFF2-40B4-BE49-F238E27FC236}">
                <a16:creationId xmlns:a16="http://schemas.microsoft.com/office/drawing/2014/main" id="{D4AF1927-5DE9-30CC-8902-B2B20185452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70349" y="22060813"/>
            <a:ext cx="3120154" cy="1314583"/>
          </a:xfrm>
          <a:prstGeom prst="rect">
            <a:avLst/>
          </a:prstGeom>
        </p:spPr>
      </p:pic>
      <p:sp>
        <p:nvSpPr>
          <p:cNvPr id="80" name="CaixaDeTexto 46">
            <a:extLst>
              <a:ext uri="{FF2B5EF4-FFF2-40B4-BE49-F238E27FC236}">
                <a16:creationId xmlns:a16="http://schemas.microsoft.com/office/drawing/2014/main" id="{2F69CAF1-A0DF-4CB7-B8AD-05900DA0A16F}"/>
              </a:ext>
            </a:extLst>
          </p:cNvPr>
          <p:cNvSpPr txBox="1"/>
          <p:nvPr/>
        </p:nvSpPr>
        <p:spPr>
          <a:xfrm>
            <a:off x="737942" y="23872091"/>
            <a:ext cx="14056244" cy="31886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561"/>
              </a:spcAft>
            </a:pPr>
            <a:r>
              <a:rPr lang="pt-BR" sz="2803" dirty="0">
                <a:cs typeface="Arial" panose="020B0604020202020204" pitchFamily="34" charset="0"/>
              </a:rPr>
              <a:t>	Foi desenvolvido um modelo computacional com nós de seis graus de liberdade para simular rotores acoplados. O sistema consiste em dois rotores de aço (Rotor 1 motriz, Rotor 2 movido), engrenados através de engrenagens helicoidais com 25º de inclinação, detalhados na Tabela 1.</a:t>
            </a:r>
          </a:p>
          <a:p>
            <a:pPr algn="just">
              <a:spcAft>
                <a:spcPts val="561"/>
              </a:spcAft>
            </a:pPr>
            <a:r>
              <a:rPr lang="pt-BR" sz="2803" dirty="0">
                <a:cs typeface="Arial" panose="020B0604020202020204" pitchFamily="34" charset="0"/>
              </a:rPr>
              <a:t>	Para avaliar a resposta, aplicou-se um desbalanceamento de 0,005 </a:t>
            </a:r>
            <a:r>
              <a:rPr lang="pt-BR" sz="2803" dirty="0" err="1">
                <a:cs typeface="Arial" panose="020B0604020202020204" pitchFamily="34" charset="0"/>
              </a:rPr>
              <a:t>kg.m</a:t>
            </a:r>
            <a:r>
              <a:rPr lang="pt-BR" sz="2803" dirty="0">
                <a:cs typeface="Arial" panose="020B0604020202020204" pitchFamily="34" charset="0"/>
              </a:rPr>
              <a:t> na Engrenagem 1, atuando como excitação harmônica. A simulação integrou 0,5 segundos, mantendo rotação constante no rotor motriz.</a:t>
            </a:r>
          </a:p>
        </p:txBody>
      </p:sp>
    </p:spTree>
    <p:extLst>
      <p:ext uri="{BB962C8B-B14F-4D97-AF65-F5344CB8AC3E}">
        <p14:creationId xmlns:p14="http://schemas.microsoft.com/office/powerpoint/2010/main" val="24883771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344</TotalTime>
  <Words>1271</Words>
  <Application>Microsoft Office PowerPoint</Application>
  <PresentationFormat>Custom</PresentationFormat>
  <Paragraphs>37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Times New Roman</vt:lpstr>
      <vt:lpstr>Office Theme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Poster EBDR 2026</dc:title>
  <dc:subject>Template de pôster EBDR 2026</dc:subject>
  <dc:creator>OpenAI</dc:creator>
  <cp:lastModifiedBy>Murillo Álvaro Borges de Sousa</cp:lastModifiedBy>
  <cp:revision>2</cp:revision>
  <dcterms:created xsi:type="dcterms:W3CDTF">2026-03-31T21:44:49Z</dcterms:created>
  <dcterms:modified xsi:type="dcterms:W3CDTF">2026-09-14T12:41:49Z</dcterms:modified>
</cp:coreProperties>
</file>